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83"/>
    <p:restoredTop sz="94671"/>
  </p:normalViewPr>
  <p:slideViewPr>
    <p:cSldViewPr snapToGrid="0">
      <p:cViewPr varScale="1">
        <p:scale>
          <a:sx n="173" d="100"/>
          <a:sy n="173" d="100"/>
        </p:scale>
        <p:origin x="7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7E59D6A-CD59-48CA-8AEB-F408626CDD1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C849FC72-3841-4EC9-80DD-AB14565349D3}">
      <dgm:prSet/>
      <dgm:spPr/>
      <dgm:t>
        <a:bodyPr/>
        <a:lstStyle/>
        <a:p>
          <a:r>
            <a:rPr lang="en-US"/>
            <a:t>Build a fully working CRM system</a:t>
          </a:r>
        </a:p>
      </dgm:t>
    </dgm:pt>
    <dgm:pt modelId="{C4F5219D-1026-4A7C-96C8-A9464F979DD1}" type="parTrans" cxnId="{07EAAD96-88F9-4940-8D42-66915F2F9B6C}">
      <dgm:prSet/>
      <dgm:spPr/>
      <dgm:t>
        <a:bodyPr/>
        <a:lstStyle/>
        <a:p>
          <a:endParaRPr lang="en-US"/>
        </a:p>
      </dgm:t>
    </dgm:pt>
    <dgm:pt modelId="{C0B461EA-8B8E-45C4-B3CC-E8BEBC22994F}" type="sibTrans" cxnId="{07EAAD96-88F9-4940-8D42-66915F2F9B6C}">
      <dgm:prSet/>
      <dgm:spPr/>
      <dgm:t>
        <a:bodyPr/>
        <a:lstStyle/>
        <a:p>
          <a:endParaRPr lang="en-US"/>
        </a:p>
      </dgm:t>
    </dgm:pt>
    <dgm:pt modelId="{BAED071F-C820-4E49-960C-88DCB0028ED5}">
      <dgm:prSet/>
      <dgm:spPr/>
      <dgm:t>
        <a:bodyPr/>
        <a:lstStyle/>
        <a:p>
          <a:r>
            <a:rPr lang="en-US"/>
            <a:t>Replace planned React app with Baserow App Builder</a:t>
          </a:r>
        </a:p>
      </dgm:t>
    </dgm:pt>
    <dgm:pt modelId="{565D3C1F-ED54-4EAF-AEDC-FD91A2C6E764}" type="parTrans" cxnId="{7F492BE5-6418-4DA2-A014-189F4E997B34}">
      <dgm:prSet/>
      <dgm:spPr/>
      <dgm:t>
        <a:bodyPr/>
        <a:lstStyle/>
        <a:p>
          <a:endParaRPr lang="en-US"/>
        </a:p>
      </dgm:t>
    </dgm:pt>
    <dgm:pt modelId="{8903AD31-7F7D-4D11-8FAE-B86F611B5639}" type="sibTrans" cxnId="{7F492BE5-6418-4DA2-A014-189F4E997B34}">
      <dgm:prSet/>
      <dgm:spPr/>
      <dgm:t>
        <a:bodyPr/>
        <a:lstStyle/>
        <a:p>
          <a:endParaRPr lang="en-US"/>
        </a:p>
      </dgm:t>
    </dgm:pt>
    <dgm:pt modelId="{08625309-4A34-4B29-AFF6-3F00C49BF262}">
      <dgm:prSet/>
      <dgm:spPr/>
      <dgm:t>
        <a:bodyPr/>
        <a:lstStyle/>
        <a:p>
          <a:r>
            <a:rPr lang="en-US"/>
            <a:t>Deliver end-to-end workflow automation</a:t>
          </a:r>
        </a:p>
      </dgm:t>
    </dgm:pt>
    <dgm:pt modelId="{CA92F2FF-D40F-43EE-A899-36DC15584EF7}" type="parTrans" cxnId="{4AAD27DA-AB98-40F2-BED7-222EE8CB0D14}">
      <dgm:prSet/>
      <dgm:spPr/>
      <dgm:t>
        <a:bodyPr/>
        <a:lstStyle/>
        <a:p>
          <a:endParaRPr lang="en-US"/>
        </a:p>
      </dgm:t>
    </dgm:pt>
    <dgm:pt modelId="{B081AEF9-9369-4B7B-AEA4-E13374AD38D6}" type="sibTrans" cxnId="{4AAD27DA-AB98-40F2-BED7-222EE8CB0D14}">
      <dgm:prSet/>
      <dgm:spPr/>
      <dgm:t>
        <a:bodyPr/>
        <a:lstStyle/>
        <a:p>
          <a:endParaRPr lang="en-US"/>
        </a:p>
      </dgm:t>
    </dgm:pt>
    <dgm:pt modelId="{252F00CC-C696-4456-AB68-E82353A58CE4}">
      <dgm:prSet/>
      <dgm:spPr/>
      <dgm:t>
        <a:bodyPr/>
        <a:lstStyle/>
        <a:p>
          <a:r>
            <a:rPr lang="en-US"/>
            <a:t>Integrate Google Calendar and Approval system</a:t>
          </a:r>
        </a:p>
      </dgm:t>
    </dgm:pt>
    <dgm:pt modelId="{064AEDC0-C5E1-4C6D-B275-302CFA42401A}" type="parTrans" cxnId="{80162ED0-CDB9-4988-AA4F-AD183A1DDC42}">
      <dgm:prSet/>
      <dgm:spPr/>
      <dgm:t>
        <a:bodyPr/>
        <a:lstStyle/>
        <a:p>
          <a:endParaRPr lang="en-US"/>
        </a:p>
      </dgm:t>
    </dgm:pt>
    <dgm:pt modelId="{396F2323-CBD8-4BA4-8852-2932E3C68AF7}" type="sibTrans" cxnId="{80162ED0-CDB9-4988-AA4F-AD183A1DDC42}">
      <dgm:prSet/>
      <dgm:spPr/>
      <dgm:t>
        <a:bodyPr/>
        <a:lstStyle/>
        <a:p>
          <a:endParaRPr lang="en-US"/>
        </a:p>
      </dgm:t>
    </dgm:pt>
    <dgm:pt modelId="{5BF3934D-0663-4AE5-893A-B6FA046EF090}" type="pres">
      <dgm:prSet presAssocID="{C7E59D6A-CD59-48CA-8AEB-F408626CDD19}" presName="root" presStyleCnt="0">
        <dgm:presLayoutVars>
          <dgm:dir/>
          <dgm:resizeHandles val="exact"/>
        </dgm:presLayoutVars>
      </dgm:prSet>
      <dgm:spPr/>
    </dgm:pt>
    <dgm:pt modelId="{39C9CAA6-FC1E-40A2-930E-DE0E92AEDE98}" type="pres">
      <dgm:prSet presAssocID="{C849FC72-3841-4EC9-80DD-AB14565349D3}" presName="compNode" presStyleCnt="0"/>
      <dgm:spPr/>
    </dgm:pt>
    <dgm:pt modelId="{4897135C-3706-4E60-A184-B0E2175801B1}" type="pres">
      <dgm:prSet presAssocID="{C849FC72-3841-4EC9-80DD-AB14565349D3}" presName="bgRect" presStyleLbl="bgShp" presStyleIdx="0" presStyleCnt="4"/>
      <dgm:spPr/>
    </dgm:pt>
    <dgm:pt modelId="{55BB4880-3040-4601-BF9F-DB206084C101}" type="pres">
      <dgm:prSet presAssocID="{C849FC72-3841-4EC9-80DD-AB14565349D3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8529A133-47EF-4CE8-B7E1-C41C0A8B0169}" type="pres">
      <dgm:prSet presAssocID="{C849FC72-3841-4EC9-80DD-AB14565349D3}" presName="spaceRect" presStyleCnt="0"/>
      <dgm:spPr/>
    </dgm:pt>
    <dgm:pt modelId="{9A37D85B-FE90-4EDE-915D-369FB944A48E}" type="pres">
      <dgm:prSet presAssocID="{C849FC72-3841-4EC9-80DD-AB14565349D3}" presName="parTx" presStyleLbl="revTx" presStyleIdx="0" presStyleCnt="4">
        <dgm:presLayoutVars>
          <dgm:chMax val="0"/>
          <dgm:chPref val="0"/>
        </dgm:presLayoutVars>
      </dgm:prSet>
      <dgm:spPr/>
    </dgm:pt>
    <dgm:pt modelId="{C413768D-D1A3-4A38-BA85-43D56742FD23}" type="pres">
      <dgm:prSet presAssocID="{C0B461EA-8B8E-45C4-B3CC-E8BEBC22994F}" presName="sibTrans" presStyleCnt="0"/>
      <dgm:spPr/>
    </dgm:pt>
    <dgm:pt modelId="{EABF5161-2709-4792-B33A-A6E5BCD28CA4}" type="pres">
      <dgm:prSet presAssocID="{BAED071F-C820-4E49-960C-88DCB0028ED5}" presName="compNode" presStyleCnt="0"/>
      <dgm:spPr/>
    </dgm:pt>
    <dgm:pt modelId="{6C4932BB-3D26-432C-8738-F2E1E9D392CE}" type="pres">
      <dgm:prSet presAssocID="{BAED071F-C820-4E49-960C-88DCB0028ED5}" presName="bgRect" presStyleLbl="bgShp" presStyleIdx="1" presStyleCnt="4"/>
      <dgm:spPr/>
    </dgm:pt>
    <dgm:pt modelId="{8D3F022C-1A4F-4F02-BB46-BD7DB7D17FAD}" type="pres">
      <dgm:prSet presAssocID="{BAED071F-C820-4E49-960C-88DCB0028ED5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8242923-376F-4E75-9DFF-12898BA07119}" type="pres">
      <dgm:prSet presAssocID="{BAED071F-C820-4E49-960C-88DCB0028ED5}" presName="spaceRect" presStyleCnt="0"/>
      <dgm:spPr/>
    </dgm:pt>
    <dgm:pt modelId="{D11A2BF5-AD21-4A12-AC38-1B596AEB00A4}" type="pres">
      <dgm:prSet presAssocID="{BAED071F-C820-4E49-960C-88DCB0028ED5}" presName="parTx" presStyleLbl="revTx" presStyleIdx="1" presStyleCnt="4">
        <dgm:presLayoutVars>
          <dgm:chMax val="0"/>
          <dgm:chPref val="0"/>
        </dgm:presLayoutVars>
      </dgm:prSet>
      <dgm:spPr/>
    </dgm:pt>
    <dgm:pt modelId="{0FECF518-061E-4A03-968B-C6F0B7A771CF}" type="pres">
      <dgm:prSet presAssocID="{8903AD31-7F7D-4D11-8FAE-B86F611B5639}" presName="sibTrans" presStyleCnt="0"/>
      <dgm:spPr/>
    </dgm:pt>
    <dgm:pt modelId="{88F7907C-1D1C-4876-92B7-12141A240E6B}" type="pres">
      <dgm:prSet presAssocID="{08625309-4A34-4B29-AFF6-3F00C49BF262}" presName="compNode" presStyleCnt="0"/>
      <dgm:spPr/>
    </dgm:pt>
    <dgm:pt modelId="{4F6BE070-C605-4B66-9F54-A5A3116E75C9}" type="pres">
      <dgm:prSet presAssocID="{08625309-4A34-4B29-AFF6-3F00C49BF262}" presName="bgRect" presStyleLbl="bgShp" presStyleIdx="2" presStyleCnt="4"/>
      <dgm:spPr/>
    </dgm:pt>
    <dgm:pt modelId="{6E4BFBAA-FAE8-467E-A55A-A58707928E6D}" type="pres">
      <dgm:prSet presAssocID="{08625309-4A34-4B29-AFF6-3F00C49BF262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687697EF-59D3-4405-9236-D204077D3FFC}" type="pres">
      <dgm:prSet presAssocID="{08625309-4A34-4B29-AFF6-3F00C49BF262}" presName="spaceRect" presStyleCnt="0"/>
      <dgm:spPr/>
    </dgm:pt>
    <dgm:pt modelId="{D199C4FF-D195-4552-9A9E-DBAE36FB92BA}" type="pres">
      <dgm:prSet presAssocID="{08625309-4A34-4B29-AFF6-3F00C49BF262}" presName="parTx" presStyleLbl="revTx" presStyleIdx="2" presStyleCnt="4">
        <dgm:presLayoutVars>
          <dgm:chMax val="0"/>
          <dgm:chPref val="0"/>
        </dgm:presLayoutVars>
      </dgm:prSet>
      <dgm:spPr/>
    </dgm:pt>
    <dgm:pt modelId="{F47E41F7-08B0-4455-84D0-7EFB1768016C}" type="pres">
      <dgm:prSet presAssocID="{B081AEF9-9369-4B7B-AEA4-E13374AD38D6}" presName="sibTrans" presStyleCnt="0"/>
      <dgm:spPr/>
    </dgm:pt>
    <dgm:pt modelId="{D7BDDAF6-435B-44DB-B1DB-4C516D33C55C}" type="pres">
      <dgm:prSet presAssocID="{252F00CC-C696-4456-AB68-E82353A58CE4}" presName="compNode" presStyleCnt="0"/>
      <dgm:spPr/>
    </dgm:pt>
    <dgm:pt modelId="{DAB0E41E-08FF-4432-8C5D-28076521F33E}" type="pres">
      <dgm:prSet presAssocID="{252F00CC-C696-4456-AB68-E82353A58CE4}" presName="bgRect" presStyleLbl="bgShp" presStyleIdx="3" presStyleCnt="4"/>
      <dgm:spPr/>
    </dgm:pt>
    <dgm:pt modelId="{4CEEBA1A-582F-481A-8316-C68872EB454B}" type="pres">
      <dgm:prSet presAssocID="{252F00CC-C696-4456-AB68-E82353A58CE4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834B5141-FBF1-40AA-8F25-5ED57FB7AE23}" type="pres">
      <dgm:prSet presAssocID="{252F00CC-C696-4456-AB68-E82353A58CE4}" presName="spaceRect" presStyleCnt="0"/>
      <dgm:spPr/>
    </dgm:pt>
    <dgm:pt modelId="{8E5CD554-D88A-4AC0-9C21-BDCF8D3E858C}" type="pres">
      <dgm:prSet presAssocID="{252F00CC-C696-4456-AB68-E82353A58CE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D73B504-3838-469D-BDB5-09830359451E}" type="presOf" srcId="{08625309-4A34-4B29-AFF6-3F00C49BF262}" destId="{D199C4FF-D195-4552-9A9E-DBAE36FB92BA}" srcOrd="0" destOrd="0" presId="urn:microsoft.com/office/officeart/2018/2/layout/IconVerticalSolidList"/>
    <dgm:cxn modelId="{E0C18C09-4FE2-4A55-BFA7-2FF195C2A7F1}" type="presOf" srcId="{C849FC72-3841-4EC9-80DD-AB14565349D3}" destId="{9A37D85B-FE90-4EDE-915D-369FB944A48E}" srcOrd="0" destOrd="0" presId="urn:microsoft.com/office/officeart/2018/2/layout/IconVerticalSolidList"/>
    <dgm:cxn modelId="{E39E8927-4797-47A4-AD6F-4FA9A1D7BC2C}" type="presOf" srcId="{C7E59D6A-CD59-48CA-8AEB-F408626CDD19}" destId="{5BF3934D-0663-4AE5-893A-B6FA046EF090}" srcOrd="0" destOrd="0" presId="urn:microsoft.com/office/officeart/2018/2/layout/IconVerticalSolidList"/>
    <dgm:cxn modelId="{07EAAD96-88F9-4940-8D42-66915F2F9B6C}" srcId="{C7E59D6A-CD59-48CA-8AEB-F408626CDD19}" destId="{C849FC72-3841-4EC9-80DD-AB14565349D3}" srcOrd="0" destOrd="0" parTransId="{C4F5219D-1026-4A7C-96C8-A9464F979DD1}" sibTransId="{C0B461EA-8B8E-45C4-B3CC-E8BEBC22994F}"/>
    <dgm:cxn modelId="{23B1C4CA-59B3-400D-A937-B6053DF8ACD3}" type="presOf" srcId="{252F00CC-C696-4456-AB68-E82353A58CE4}" destId="{8E5CD554-D88A-4AC0-9C21-BDCF8D3E858C}" srcOrd="0" destOrd="0" presId="urn:microsoft.com/office/officeart/2018/2/layout/IconVerticalSolidList"/>
    <dgm:cxn modelId="{80162ED0-CDB9-4988-AA4F-AD183A1DDC42}" srcId="{C7E59D6A-CD59-48CA-8AEB-F408626CDD19}" destId="{252F00CC-C696-4456-AB68-E82353A58CE4}" srcOrd="3" destOrd="0" parTransId="{064AEDC0-C5E1-4C6D-B275-302CFA42401A}" sibTransId="{396F2323-CBD8-4BA4-8852-2932E3C68AF7}"/>
    <dgm:cxn modelId="{4AAD27DA-AB98-40F2-BED7-222EE8CB0D14}" srcId="{C7E59D6A-CD59-48CA-8AEB-F408626CDD19}" destId="{08625309-4A34-4B29-AFF6-3F00C49BF262}" srcOrd="2" destOrd="0" parTransId="{CA92F2FF-D40F-43EE-A899-36DC15584EF7}" sibTransId="{B081AEF9-9369-4B7B-AEA4-E13374AD38D6}"/>
    <dgm:cxn modelId="{D9FAA0DE-2D22-492F-B9D1-E30B7BB5470E}" type="presOf" srcId="{BAED071F-C820-4E49-960C-88DCB0028ED5}" destId="{D11A2BF5-AD21-4A12-AC38-1B596AEB00A4}" srcOrd="0" destOrd="0" presId="urn:microsoft.com/office/officeart/2018/2/layout/IconVerticalSolidList"/>
    <dgm:cxn modelId="{7F492BE5-6418-4DA2-A014-189F4E997B34}" srcId="{C7E59D6A-CD59-48CA-8AEB-F408626CDD19}" destId="{BAED071F-C820-4E49-960C-88DCB0028ED5}" srcOrd="1" destOrd="0" parTransId="{565D3C1F-ED54-4EAF-AEDC-FD91A2C6E764}" sibTransId="{8903AD31-7F7D-4D11-8FAE-B86F611B5639}"/>
    <dgm:cxn modelId="{5DF7C88A-1D12-418F-BA8C-C2EE231343A3}" type="presParOf" srcId="{5BF3934D-0663-4AE5-893A-B6FA046EF090}" destId="{39C9CAA6-FC1E-40A2-930E-DE0E92AEDE98}" srcOrd="0" destOrd="0" presId="urn:microsoft.com/office/officeart/2018/2/layout/IconVerticalSolidList"/>
    <dgm:cxn modelId="{178BAC2A-5CF6-48ED-8001-A17F445D8776}" type="presParOf" srcId="{39C9CAA6-FC1E-40A2-930E-DE0E92AEDE98}" destId="{4897135C-3706-4E60-A184-B0E2175801B1}" srcOrd="0" destOrd="0" presId="urn:microsoft.com/office/officeart/2018/2/layout/IconVerticalSolidList"/>
    <dgm:cxn modelId="{EA57DA12-9B92-4F61-AD89-FA1A31917B4E}" type="presParOf" srcId="{39C9CAA6-FC1E-40A2-930E-DE0E92AEDE98}" destId="{55BB4880-3040-4601-BF9F-DB206084C101}" srcOrd="1" destOrd="0" presId="urn:microsoft.com/office/officeart/2018/2/layout/IconVerticalSolidList"/>
    <dgm:cxn modelId="{3DE2AC12-3BA3-47B6-9CA4-5B7D16440123}" type="presParOf" srcId="{39C9CAA6-FC1E-40A2-930E-DE0E92AEDE98}" destId="{8529A133-47EF-4CE8-B7E1-C41C0A8B0169}" srcOrd="2" destOrd="0" presId="urn:microsoft.com/office/officeart/2018/2/layout/IconVerticalSolidList"/>
    <dgm:cxn modelId="{18706F42-8498-44AD-B95F-D8A426994EC3}" type="presParOf" srcId="{39C9CAA6-FC1E-40A2-930E-DE0E92AEDE98}" destId="{9A37D85B-FE90-4EDE-915D-369FB944A48E}" srcOrd="3" destOrd="0" presId="urn:microsoft.com/office/officeart/2018/2/layout/IconVerticalSolidList"/>
    <dgm:cxn modelId="{389DC24F-DE2D-430D-A2D1-294B51B10282}" type="presParOf" srcId="{5BF3934D-0663-4AE5-893A-B6FA046EF090}" destId="{C413768D-D1A3-4A38-BA85-43D56742FD23}" srcOrd="1" destOrd="0" presId="urn:microsoft.com/office/officeart/2018/2/layout/IconVerticalSolidList"/>
    <dgm:cxn modelId="{CF3F9E77-1FF6-4C0E-9A00-3266BF7C9D19}" type="presParOf" srcId="{5BF3934D-0663-4AE5-893A-B6FA046EF090}" destId="{EABF5161-2709-4792-B33A-A6E5BCD28CA4}" srcOrd="2" destOrd="0" presId="urn:microsoft.com/office/officeart/2018/2/layout/IconVerticalSolidList"/>
    <dgm:cxn modelId="{206F3AD4-CCB1-4138-93CA-1CA0313804FF}" type="presParOf" srcId="{EABF5161-2709-4792-B33A-A6E5BCD28CA4}" destId="{6C4932BB-3D26-432C-8738-F2E1E9D392CE}" srcOrd="0" destOrd="0" presId="urn:microsoft.com/office/officeart/2018/2/layout/IconVerticalSolidList"/>
    <dgm:cxn modelId="{6B9EACA4-B6B4-40E3-915D-05680F584D84}" type="presParOf" srcId="{EABF5161-2709-4792-B33A-A6E5BCD28CA4}" destId="{8D3F022C-1A4F-4F02-BB46-BD7DB7D17FAD}" srcOrd="1" destOrd="0" presId="urn:microsoft.com/office/officeart/2018/2/layout/IconVerticalSolidList"/>
    <dgm:cxn modelId="{E550AC4D-6E3B-4DBE-BF2D-E866EE3F8BEF}" type="presParOf" srcId="{EABF5161-2709-4792-B33A-A6E5BCD28CA4}" destId="{F8242923-376F-4E75-9DFF-12898BA07119}" srcOrd="2" destOrd="0" presId="urn:microsoft.com/office/officeart/2018/2/layout/IconVerticalSolidList"/>
    <dgm:cxn modelId="{4CB1877F-ECE3-4277-BB28-26C967B89D3B}" type="presParOf" srcId="{EABF5161-2709-4792-B33A-A6E5BCD28CA4}" destId="{D11A2BF5-AD21-4A12-AC38-1B596AEB00A4}" srcOrd="3" destOrd="0" presId="urn:microsoft.com/office/officeart/2018/2/layout/IconVerticalSolidList"/>
    <dgm:cxn modelId="{6BBFC9DC-3716-4CB2-B777-31B42D79A025}" type="presParOf" srcId="{5BF3934D-0663-4AE5-893A-B6FA046EF090}" destId="{0FECF518-061E-4A03-968B-C6F0B7A771CF}" srcOrd="3" destOrd="0" presId="urn:microsoft.com/office/officeart/2018/2/layout/IconVerticalSolidList"/>
    <dgm:cxn modelId="{05A1A580-9270-4E9A-A3C6-34A2446D693E}" type="presParOf" srcId="{5BF3934D-0663-4AE5-893A-B6FA046EF090}" destId="{88F7907C-1D1C-4876-92B7-12141A240E6B}" srcOrd="4" destOrd="0" presId="urn:microsoft.com/office/officeart/2018/2/layout/IconVerticalSolidList"/>
    <dgm:cxn modelId="{D974E767-0627-4422-9532-0AA1BDE167D8}" type="presParOf" srcId="{88F7907C-1D1C-4876-92B7-12141A240E6B}" destId="{4F6BE070-C605-4B66-9F54-A5A3116E75C9}" srcOrd="0" destOrd="0" presId="urn:microsoft.com/office/officeart/2018/2/layout/IconVerticalSolidList"/>
    <dgm:cxn modelId="{40E60580-1EE7-498C-97B3-BA45043436B1}" type="presParOf" srcId="{88F7907C-1D1C-4876-92B7-12141A240E6B}" destId="{6E4BFBAA-FAE8-467E-A55A-A58707928E6D}" srcOrd="1" destOrd="0" presId="urn:microsoft.com/office/officeart/2018/2/layout/IconVerticalSolidList"/>
    <dgm:cxn modelId="{EE588D8B-2A41-4712-A406-0BC6513D77AD}" type="presParOf" srcId="{88F7907C-1D1C-4876-92B7-12141A240E6B}" destId="{687697EF-59D3-4405-9236-D204077D3FFC}" srcOrd="2" destOrd="0" presId="urn:microsoft.com/office/officeart/2018/2/layout/IconVerticalSolidList"/>
    <dgm:cxn modelId="{F9551124-DC79-4FEE-B674-AB0FEF9FD8B0}" type="presParOf" srcId="{88F7907C-1D1C-4876-92B7-12141A240E6B}" destId="{D199C4FF-D195-4552-9A9E-DBAE36FB92BA}" srcOrd="3" destOrd="0" presId="urn:microsoft.com/office/officeart/2018/2/layout/IconVerticalSolidList"/>
    <dgm:cxn modelId="{96B77C89-91DC-4CBB-BDC6-AF1D026E18C9}" type="presParOf" srcId="{5BF3934D-0663-4AE5-893A-B6FA046EF090}" destId="{F47E41F7-08B0-4455-84D0-7EFB1768016C}" srcOrd="5" destOrd="0" presId="urn:microsoft.com/office/officeart/2018/2/layout/IconVerticalSolidList"/>
    <dgm:cxn modelId="{F56C3FEC-EB74-492D-A876-8986B72BED8A}" type="presParOf" srcId="{5BF3934D-0663-4AE5-893A-B6FA046EF090}" destId="{D7BDDAF6-435B-44DB-B1DB-4C516D33C55C}" srcOrd="6" destOrd="0" presId="urn:microsoft.com/office/officeart/2018/2/layout/IconVerticalSolidList"/>
    <dgm:cxn modelId="{BB1316B0-DC54-42AF-BF58-D8E54B96E0CA}" type="presParOf" srcId="{D7BDDAF6-435B-44DB-B1DB-4C516D33C55C}" destId="{DAB0E41E-08FF-4432-8C5D-28076521F33E}" srcOrd="0" destOrd="0" presId="urn:microsoft.com/office/officeart/2018/2/layout/IconVerticalSolidList"/>
    <dgm:cxn modelId="{234BA12A-6853-4D5D-A0D1-B5085123EBE1}" type="presParOf" srcId="{D7BDDAF6-435B-44DB-B1DB-4C516D33C55C}" destId="{4CEEBA1A-582F-481A-8316-C68872EB454B}" srcOrd="1" destOrd="0" presId="urn:microsoft.com/office/officeart/2018/2/layout/IconVerticalSolidList"/>
    <dgm:cxn modelId="{CC1595DB-1BB3-41B8-BD17-CD4833BB45B7}" type="presParOf" srcId="{D7BDDAF6-435B-44DB-B1DB-4C516D33C55C}" destId="{834B5141-FBF1-40AA-8F25-5ED57FB7AE23}" srcOrd="2" destOrd="0" presId="urn:microsoft.com/office/officeart/2018/2/layout/IconVerticalSolidList"/>
    <dgm:cxn modelId="{E8C23225-F5B1-479F-AA44-DF981E24B8B2}" type="presParOf" srcId="{D7BDDAF6-435B-44DB-B1DB-4C516D33C55C}" destId="{8E5CD554-D88A-4AC0-9C21-BDCF8D3E858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C50AF3A-1A3A-4A8C-B0CA-2EE6F585DF0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D99367DA-D7FA-4077-8051-E4F152F5F39E}">
      <dgm:prSet/>
      <dgm:spPr/>
      <dgm:t>
        <a:bodyPr/>
        <a:lstStyle/>
        <a:p>
          <a:r>
            <a:rPr lang="en-US"/>
            <a:t>Calendar update workflows (WF2-WF4)</a:t>
          </a:r>
        </a:p>
      </dgm:t>
    </dgm:pt>
    <dgm:pt modelId="{27A12BC1-B39E-40BF-AFA9-CED5103BECAC}" type="parTrans" cxnId="{8256883D-E1A8-450B-A65C-F12A76556463}">
      <dgm:prSet/>
      <dgm:spPr/>
      <dgm:t>
        <a:bodyPr/>
        <a:lstStyle/>
        <a:p>
          <a:endParaRPr lang="en-US"/>
        </a:p>
      </dgm:t>
    </dgm:pt>
    <dgm:pt modelId="{C097A0F2-EC7F-424F-831B-1BC88DA6A3D2}" type="sibTrans" cxnId="{8256883D-E1A8-450B-A65C-F12A76556463}">
      <dgm:prSet/>
      <dgm:spPr/>
      <dgm:t>
        <a:bodyPr/>
        <a:lstStyle/>
        <a:p>
          <a:endParaRPr lang="en-US"/>
        </a:p>
      </dgm:t>
    </dgm:pt>
    <dgm:pt modelId="{A56A9FCF-ECA1-42BA-8D09-406AEC3B879D}">
      <dgm:prSet/>
      <dgm:spPr/>
      <dgm:t>
        <a:bodyPr/>
        <a:lstStyle/>
        <a:p>
          <a:r>
            <a:rPr lang="en-US"/>
            <a:t>Reminder &amp; feedback automation (WF6-WF7)</a:t>
          </a:r>
        </a:p>
      </dgm:t>
    </dgm:pt>
    <dgm:pt modelId="{D14A0DC4-8B6D-49D4-9850-928DF4F6FE41}" type="parTrans" cxnId="{2986E2D5-071F-4F73-A5FA-FE7BCBBB35C6}">
      <dgm:prSet/>
      <dgm:spPr/>
      <dgm:t>
        <a:bodyPr/>
        <a:lstStyle/>
        <a:p>
          <a:endParaRPr lang="en-US"/>
        </a:p>
      </dgm:t>
    </dgm:pt>
    <dgm:pt modelId="{A3791C16-76EF-4EB7-80ED-F5B0EEF1E175}" type="sibTrans" cxnId="{2986E2D5-071F-4F73-A5FA-FE7BCBBB35C6}">
      <dgm:prSet/>
      <dgm:spPr/>
      <dgm:t>
        <a:bodyPr/>
        <a:lstStyle/>
        <a:p>
          <a:endParaRPr lang="en-US"/>
        </a:p>
      </dgm:t>
    </dgm:pt>
    <dgm:pt modelId="{ED6925CF-82FA-49DE-B06A-1719B8DDA5D7}">
      <dgm:prSet/>
      <dgm:spPr/>
      <dgm:t>
        <a:bodyPr/>
        <a:lstStyle/>
        <a:p>
          <a:r>
            <a:rPr lang="en-US"/>
            <a:t>Calendar architecture improvements</a:t>
          </a:r>
        </a:p>
      </dgm:t>
    </dgm:pt>
    <dgm:pt modelId="{C8136B90-9B93-4BBB-A13D-E617CC683B97}" type="parTrans" cxnId="{F904D9DA-F760-44CE-A016-7461DBC0A326}">
      <dgm:prSet/>
      <dgm:spPr/>
      <dgm:t>
        <a:bodyPr/>
        <a:lstStyle/>
        <a:p>
          <a:endParaRPr lang="en-US"/>
        </a:p>
      </dgm:t>
    </dgm:pt>
    <dgm:pt modelId="{97CF4416-C2A0-4AF3-A409-9D9347152551}" type="sibTrans" cxnId="{F904D9DA-F760-44CE-A016-7461DBC0A326}">
      <dgm:prSet/>
      <dgm:spPr/>
      <dgm:t>
        <a:bodyPr/>
        <a:lstStyle/>
        <a:p>
          <a:endParaRPr lang="en-US"/>
        </a:p>
      </dgm:t>
    </dgm:pt>
    <dgm:pt modelId="{9F830479-FF3E-40D3-807D-11643CE1EEA6}">
      <dgm:prSet/>
      <dgm:spPr/>
      <dgm:t>
        <a:bodyPr/>
        <a:lstStyle/>
        <a:p>
          <a:r>
            <a:rPr lang="en-US"/>
            <a:t>Some features delays to future sprints</a:t>
          </a:r>
        </a:p>
      </dgm:t>
    </dgm:pt>
    <dgm:pt modelId="{9B4F6ED7-740E-4D7F-8BB6-B00D06EE5517}" type="parTrans" cxnId="{B5C6FFEC-9FB6-4D2B-8916-5AC273BD7BB5}">
      <dgm:prSet/>
      <dgm:spPr/>
      <dgm:t>
        <a:bodyPr/>
        <a:lstStyle/>
        <a:p>
          <a:endParaRPr lang="en-US"/>
        </a:p>
      </dgm:t>
    </dgm:pt>
    <dgm:pt modelId="{6CDC70D0-A0C2-4BA6-83E6-FB7CDCE623C0}" type="sibTrans" cxnId="{B5C6FFEC-9FB6-4D2B-8916-5AC273BD7BB5}">
      <dgm:prSet/>
      <dgm:spPr/>
      <dgm:t>
        <a:bodyPr/>
        <a:lstStyle/>
        <a:p>
          <a:endParaRPr lang="en-US"/>
        </a:p>
      </dgm:t>
    </dgm:pt>
    <dgm:pt modelId="{ADE0A665-0155-46C3-A557-3A75AEF0C755}" type="pres">
      <dgm:prSet presAssocID="{7C50AF3A-1A3A-4A8C-B0CA-2EE6F585DF03}" presName="root" presStyleCnt="0">
        <dgm:presLayoutVars>
          <dgm:dir/>
          <dgm:resizeHandles val="exact"/>
        </dgm:presLayoutVars>
      </dgm:prSet>
      <dgm:spPr/>
    </dgm:pt>
    <dgm:pt modelId="{760E45E1-C95E-4AC4-9B97-A91326779145}" type="pres">
      <dgm:prSet presAssocID="{D99367DA-D7FA-4077-8051-E4F152F5F39E}" presName="compNode" presStyleCnt="0"/>
      <dgm:spPr/>
    </dgm:pt>
    <dgm:pt modelId="{5C11A462-BE27-4A47-9EAC-E06CA8EE3FB0}" type="pres">
      <dgm:prSet presAssocID="{D99367DA-D7FA-4077-8051-E4F152F5F39E}" presName="bgRect" presStyleLbl="bgShp" presStyleIdx="0" presStyleCnt="4"/>
      <dgm:spPr/>
    </dgm:pt>
    <dgm:pt modelId="{E42B8831-A5F4-4991-AF96-8D2DC698F022}" type="pres">
      <dgm:prSet presAssocID="{D99367DA-D7FA-4077-8051-E4F152F5F39E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thly calendar"/>
        </a:ext>
      </dgm:extLst>
    </dgm:pt>
    <dgm:pt modelId="{2CCC22F7-CA84-40D3-97AC-86AC7FDC004B}" type="pres">
      <dgm:prSet presAssocID="{D99367DA-D7FA-4077-8051-E4F152F5F39E}" presName="spaceRect" presStyleCnt="0"/>
      <dgm:spPr/>
    </dgm:pt>
    <dgm:pt modelId="{5C36E741-EAA3-4F66-B7E7-331E218BF360}" type="pres">
      <dgm:prSet presAssocID="{D99367DA-D7FA-4077-8051-E4F152F5F39E}" presName="parTx" presStyleLbl="revTx" presStyleIdx="0" presStyleCnt="4">
        <dgm:presLayoutVars>
          <dgm:chMax val="0"/>
          <dgm:chPref val="0"/>
        </dgm:presLayoutVars>
      </dgm:prSet>
      <dgm:spPr/>
    </dgm:pt>
    <dgm:pt modelId="{D49AE1E8-7E37-4AEC-953B-47ED11F7E1AA}" type="pres">
      <dgm:prSet presAssocID="{C097A0F2-EC7F-424F-831B-1BC88DA6A3D2}" presName="sibTrans" presStyleCnt="0"/>
      <dgm:spPr/>
    </dgm:pt>
    <dgm:pt modelId="{5FD30BC3-AA2E-4FFF-BC77-37BC984F904D}" type="pres">
      <dgm:prSet presAssocID="{A56A9FCF-ECA1-42BA-8D09-406AEC3B879D}" presName="compNode" presStyleCnt="0"/>
      <dgm:spPr/>
    </dgm:pt>
    <dgm:pt modelId="{EC48B1DC-27CD-4FFC-A270-8E2CD7997BCC}" type="pres">
      <dgm:prSet presAssocID="{A56A9FCF-ECA1-42BA-8D09-406AEC3B879D}" presName="bgRect" presStyleLbl="bgShp" presStyleIdx="1" presStyleCnt="4"/>
      <dgm:spPr/>
    </dgm:pt>
    <dgm:pt modelId="{148ABC38-9C73-422D-BBE8-6FCAFF44799A}" type="pres">
      <dgm:prSet presAssocID="{A56A9FCF-ECA1-42BA-8D09-406AEC3B879D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ll"/>
        </a:ext>
      </dgm:extLst>
    </dgm:pt>
    <dgm:pt modelId="{951886E3-61EE-4A8C-BEEB-4A389C271000}" type="pres">
      <dgm:prSet presAssocID="{A56A9FCF-ECA1-42BA-8D09-406AEC3B879D}" presName="spaceRect" presStyleCnt="0"/>
      <dgm:spPr/>
    </dgm:pt>
    <dgm:pt modelId="{9BE3C524-47A6-44E0-9B02-89C8C907B363}" type="pres">
      <dgm:prSet presAssocID="{A56A9FCF-ECA1-42BA-8D09-406AEC3B879D}" presName="parTx" presStyleLbl="revTx" presStyleIdx="1" presStyleCnt="4">
        <dgm:presLayoutVars>
          <dgm:chMax val="0"/>
          <dgm:chPref val="0"/>
        </dgm:presLayoutVars>
      </dgm:prSet>
      <dgm:spPr/>
    </dgm:pt>
    <dgm:pt modelId="{78DCD899-44DB-4D94-BD4F-6705933D763B}" type="pres">
      <dgm:prSet presAssocID="{A3791C16-76EF-4EB7-80ED-F5B0EEF1E175}" presName="sibTrans" presStyleCnt="0"/>
      <dgm:spPr/>
    </dgm:pt>
    <dgm:pt modelId="{B7868D89-385F-40D6-93B0-ECE691863224}" type="pres">
      <dgm:prSet presAssocID="{ED6925CF-82FA-49DE-B06A-1719B8DDA5D7}" presName="compNode" presStyleCnt="0"/>
      <dgm:spPr/>
    </dgm:pt>
    <dgm:pt modelId="{ED07F8AC-0F19-4F88-915D-4268CD7648DD}" type="pres">
      <dgm:prSet presAssocID="{ED6925CF-82FA-49DE-B06A-1719B8DDA5D7}" presName="bgRect" presStyleLbl="bgShp" presStyleIdx="2" presStyleCnt="4"/>
      <dgm:spPr/>
    </dgm:pt>
    <dgm:pt modelId="{7BBAF314-0E95-4F16-AAA7-41A07958FF58}" type="pres">
      <dgm:prSet presAssocID="{ED6925CF-82FA-49DE-B06A-1719B8DDA5D7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7EB9DFD6-51AE-4EE5-9325-1A337AAFEFAD}" type="pres">
      <dgm:prSet presAssocID="{ED6925CF-82FA-49DE-B06A-1719B8DDA5D7}" presName="spaceRect" presStyleCnt="0"/>
      <dgm:spPr/>
    </dgm:pt>
    <dgm:pt modelId="{9C188C95-A8F6-47D1-9DE1-5DB0985D45BA}" type="pres">
      <dgm:prSet presAssocID="{ED6925CF-82FA-49DE-B06A-1719B8DDA5D7}" presName="parTx" presStyleLbl="revTx" presStyleIdx="2" presStyleCnt="4">
        <dgm:presLayoutVars>
          <dgm:chMax val="0"/>
          <dgm:chPref val="0"/>
        </dgm:presLayoutVars>
      </dgm:prSet>
      <dgm:spPr/>
    </dgm:pt>
    <dgm:pt modelId="{DF2E3381-F66E-4D42-9B56-E91AB6FDB668}" type="pres">
      <dgm:prSet presAssocID="{97CF4416-C2A0-4AF3-A409-9D9347152551}" presName="sibTrans" presStyleCnt="0"/>
      <dgm:spPr/>
    </dgm:pt>
    <dgm:pt modelId="{E0CD3EC2-BA7C-4A89-BE48-940EC38D04D5}" type="pres">
      <dgm:prSet presAssocID="{9F830479-FF3E-40D3-807D-11643CE1EEA6}" presName="compNode" presStyleCnt="0"/>
      <dgm:spPr/>
    </dgm:pt>
    <dgm:pt modelId="{A2E860A3-2BEC-4FC7-A0D7-AEA9435D2E18}" type="pres">
      <dgm:prSet presAssocID="{9F830479-FF3E-40D3-807D-11643CE1EEA6}" presName="bgRect" presStyleLbl="bgShp" presStyleIdx="3" presStyleCnt="4"/>
      <dgm:spPr/>
    </dgm:pt>
    <dgm:pt modelId="{A1BF2C69-C8B5-406D-974E-89AC85489B02}" type="pres">
      <dgm:prSet presAssocID="{9F830479-FF3E-40D3-807D-11643CE1EEA6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E2476928-7D68-4FDC-988F-175E92968D27}" type="pres">
      <dgm:prSet presAssocID="{9F830479-FF3E-40D3-807D-11643CE1EEA6}" presName="spaceRect" presStyleCnt="0"/>
      <dgm:spPr/>
    </dgm:pt>
    <dgm:pt modelId="{DE022F25-A34E-48E7-BDD6-56E092553FB2}" type="pres">
      <dgm:prSet presAssocID="{9F830479-FF3E-40D3-807D-11643CE1EEA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0E00814-FA57-49BB-B04C-4CF6D0932039}" type="presOf" srcId="{A56A9FCF-ECA1-42BA-8D09-406AEC3B879D}" destId="{9BE3C524-47A6-44E0-9B02-89C8C907B363}" srcOrd="0" destOrd="0" presId="urn:microsoft.com/office/officeart/2018/2/layout/IconVerticalSolidList"/>
    <dgm:cxn modelId="{8256883D-E1A8-450B-A65C-F12A76556463}" srcId="{7C50AF3A-1A3A-4A8C-B0CA-2EE6F585DF03}" destId="{D99367DA-D7FA-4077-8051-E4F152F5F39E}" srcOrd="0" destOrd="0" parTransId="{27A12BC1-B39E-40BF-AFA9-CED5103BECAC}" sibTransId="{C097A0F2-EC7F-424F-831B-1BC88DA6A3D2}"/>
    <dgm:cxn modelId="{D9A42354-4C24-4781-9ADB-D95F21BB8E2A}" type="presOf" srcId="{7C50AF3A-1A3A-4A8C-B0CA-2EE6F585DF03}" destId="{ADE0A665-0155-46C3-A557-3A75AEF0C755}" srcOrd="0" destOrd="0" presId="urn:microsoft.com/office/officeart/2018/2/layout/IconVerticalSolidList"/>
    <dgm:cxn modelId="{5F2F6693-4CC8-4E5C-9B33-9152328FADFD}" type="presOf" srcId="{9F830479-FF3E-40D3-807D-11643CE1EEA6}" destId="{DE022F25-A34E-48E7-BDD6-56E092553FB2}" srcOrd="0" destOrd="0" presId="urn:microsoft.com/office/officeart/2018/2/layout/IconVerticalSolidList"/>
    <dgm:cxn modelId="{2DA1389A-6768-4167-AAF6-D5A949EA3560}" type="presOf" srcId="{ED6925CF-82FA-49DE-B06A-1719B8DDA5D7}" destId="{9C188C95-A8F6-47D1-9DE1-5DB0985D45BA}" srcOrd="0" destOrd="0" presId="urn:microsoft.com/office/officeart/2018/2/layout/IconVerticalSolidList"/>
    <dgm:cxn modelId="{134E8CD0-E7B9-444F-A503-E2D8CFAD9876}" type="presOf" srcId="{D99367DA-D7FA-4077-8051-E4F152F5F39E}" destId="{5C36E741-EAA3-4F66-B7E7-331E218BF360}" srcOrd="0" destOrd="0" presId="urn:microsoft.com/office/officeart/2018/2/layout/IconVerticalSolidList"/>
    <dgm:cxn modelId="{2986E2D5-071F-4F73-A5FA-FE7BCBBB35C6}" srcId="{7C50AF3A-1A3A-4A8C-B0CA-2EE6F585DF03}" destId="{A56A9FCF-ECA1-42BA-8D09-406AEC3B879D}" srcOrd="1" destOrd="0" parTransId="{D14A0DC4-8B6D-49D4-9850-928DF4F6FE41}" sibTransId="{A3791C16-76EF-4EB7-80ED-F5B0EEF1E175}"/>
    <dgm:cxn modelId="{F904D9DA-F760-44CE-A016-7461DBC0A326}" srcId="{7C50AF3A-1A3A-4A8C-B0CA-2EE6F585DF03}" destId="{ED6925CF-82FA-49DE-B06A-1719B8DDA5D7}" srcOrd="2" destOrd="0" parTransId="{C8136B90-9B93-4BBB-A13D-E617CC683B97}" sibTransId="{97CF4416-C2A0-4AF3-A409-9D9347152551}"/>
    <dgm:cxn modelId="{B5C6FFEC-9FB6-4D2B-8916-5AC273BD7BB5}" srcId="{7C50AF3A-1A3A-4A8C-B0CA-2EE6F585DF03}" destId="{9F830479-FF3E-40D3-807D-11643CE1EEA6}" srcOrd="3" destOrd="0" parTransId="{9B4F6ED7-740E-4D7F-8BB6-B00D06EE5517}" sibTransId="{6CDC70D0-A0C2-4BA6-83E6-FB7CDCE623C0}"/>
    <dgm:cxn modelId="{B02BE09C-13B5-451D-B8B7-32C27015413F}" type="presParOf" srcId="{ADE0A665-0155-46C3-A557-3A75AEF0C755}" destId="{760E45E1-C95E-4AC4-9B97-A91326779145}" srcOrd="0" destOrd="0" presId="urn:microsoft.com/office/officeart/2018/2/layout/IconVerticalSolidList"/>
    <dgm:cxn modelId="{5E82BBFC-8E43-42BD-8788-95F955D702FC}" type="presParOf" srcId="{760E45E1-C95E-4AC4-9B97-A91326779145}" destId="{5C11A462-BE27-4A47-9EAC-E06CA8EE3FB0}" srcOrd="0" destOrd="0" presId="urn:microsoft.com/office/officeart/2018/2/layout/IconVerticalSolidList"/>
    <dgm:cxn modelId="{7F15A741-5BFD-4AF0-80AC-65A1E11172EF}" type="presParOf" srcId="{760E45E1-C95E-4AC4-9B97-A91326779145}" destId="{E42B8831-A5F4-4991-AF96-8D2DC698F022}" srcOrd="1" destOrd="0" presId="urn:microsoft.com/office/officeart/2018/2/layout/IconVerticalSolidList"/>
    <dgm:cxn modelId="{5259A8AC-D242-4E05-BA72-D2B0C9DC8777}" type="presParOf" srcId="{760E45E1-C95E-4AC4-9B97-A91326779145}" destId="{2CCC22F7-CA84-40D3-97AC-86AC7FDC004B}" srcOrd="2" destOrd="0" presId="urn:microsoft.com/office/officeart/2018/2/layout/IconVerticalSolidList"/>
    <dgm:cxn modelId="{9843CD32-FD10-44CA-B129-8D34C50EAD3B}" type="presParOf" srcId="{760E45E1-C95E-4AC4-9B97-A91326779145}" destId="{5C36E741-EAA3-4F66-B7E7-331E218BF360}" srcOrd="3" destOrd="0" presId="urn:microsoft.com/office/officeart/2018/2/layout/IconVerticalSolidList"/>
    <dgm:cxn modelId="{B47EF554-9309-4ED7-9A3C-D1DD5D7714A7}" type="presParOf" srcId="{ADE0A665-0155-46C3-A557-3A75AEF0C755}" destId="{D49AE1E8-7E37-4AEC-953B-47ED11F7E1AA}" srcOrd="1" destOrd="0" presId="urn:microsoft.com/office/officeart/2018/2/layout/IconVerticalSolidList"/>
    <dgm:cxn modelId="{F70DE549-92B2-414D-A439-6873B49996F1}" type="presParOf" srcId="{ADE0A665-0155-46C3-A557-3A75AEF0C755}" destId="{5FD30BC3-AA2E-4FFF-BC77-37BC984F904D}" srcOrd="2" destOrd="0" presId="urn:microsoft.com/office/officeart/2018/2/layout/IconVerticalSolidList"/>
    <dgm:cxn modelId="{B62BCD7D-45C3-44A8-BFC6-F4A37DC54782}" type="presParOf" srcId="{5FD30BC3-AA2E-4FFF-BC77-37BC984F904D}" destId="{EC48B1DC-27CD-4FFC-A270-8E2CD7997BCC}" srcOrd="0" destOrd="0" presId="urn:microsoft.com/office/officeart/2018/2/layout/IconVerticalSolidList"/>
    <dgm:cxn modelId="{6C5F3AB8-35A2-43A4-AE6B-F418809684BA}" type="presParOf" srcId="{5FD30BC3-AA2E-4FFF-BC77-37BC984F904D}" destId="{148ABC38-9C73-422D-BBE8-6FCAFF44799A}" srcOrd="1" destOrd="0" presId="urn:microsoft.com/office/officeart/2018/2/layout/IconVerticalSolidList"/>
    <dgm:cxn modelId="{389D298E-A291-463E-98FB-FA5C4EDF9ADE}" type="presParOf" srcId="{5FD30BC3-AA2E-4FFF-BC77-37BC984F904D}" destId="{951886E3-61EE-4A8C-BEEB-4A389C271000}" srcOrd="2" destOrd="0" presId="urn:microsoft.com/office/officeart/2018/2/layout/IconVerticalSolidList"/>
    <dgm:cxn modelId="{ADB23D81-C91A-4132-8DC3-C8D0498D828B}" type="presParOf" srcId="{5FD30BC3-AA2E-4FFF-BC77-37BC984F904D}" destId="{9BE3C524-47A6-44E0-9B02-89C8C907B363}" srcOrd="3" destOrd="0" presId="urn:microsoft.com/office/officeart/2018/2/layout/IconVerticalSolidList"/>
    <dgm:cxn modelId="{4779DC5E-E7B8-4A25-B565-601F0E650D7E}" type="presParOf" srcId="{ADE0A665-0155-46C3-A557-3A75AEF0C755}" destId="{78DCD899-44DB-4D94-BD4F-6705933D763B}" srcOrd="3" destOrd="0" presId="urn:microsoft.com/office/officeart/2018/2/layout/IconVerticalSolidList"/>
    <dgm:cxn modelId="{223F4B50-F3E8-48DD-8CC6-5E270AEE8412}" type="presParOf" srcId="{ADE0A665-0155-46C3-A557-3A75AEF0C755}" destId="{B7868D89-385F-40D6-93B0-ECE691863224}" srcOrd="4" destOrd="0" presId="urn:microsoft.com/office/officeart/2018/2/layout/IconVerticalSolidList"/>
    <dgm:cxn modelId="{EBC9C08C-90FE-4C0F-ADEB-09BB89AC6FA9}" type="presParOf" srcId="{B7868D89-385F-40D6-93B0-ECE691863224}" destId="{ED07F8AC-0F19-4F88-915D-4268CD7648DD}" srcOrd="0" destOrd="0" presId="urn:microsoft.com/office/officeart/2018/2/layout/IconVerticalSolidList"/>
    <dgm:cxn modelId="{36095700-9D9E-4298-B46C-A78AA0D51890}" type="presParOf" srcId="{B7868D89-385F-40D6-93B0-ECE691863224}" destId="{7BBAF314-0E95-4F16-AAA7-41A07958FF58}" srcOrd="1" destOrd="0" presId="urn:microsoft.com/office/officeart/2018/2/layout/IconVerticalSolidList"/>
    <dgm:cxn modelId="{4244FBCC-A09C-40F6-9724-214B088E3204}" type="presParOf" srcId="{B7868D89-385F-40D6-93B0-ECE691863224}" destId="{7EB9DFD6-51AE-4EE5-9325-1A337AAFEFAD}" srcOrd="2" destOrd="0" presId="urn:microsoft.com/office/officeart/2018/2/layout/IconVerticalSolidList"/>
    <dgm:cxn modelId="{32378AF9-379E-49C1-A198-FF1155DE50BB}" type="presParOf" srcId="{B7868D89-385F-40D6-93B0-ECE691863224}" destId="{9C188C95-A8F6-47D1-9DE1-5DB0985D45BA}" srcOrd="3" destOrd="0" presId="urn:microsoft.com/office/officeart/2018/2/layout/IconVerticalSolidList"/>
    <dgm:cxn modelId="{5813E998-F230-400A-B160-90E37009A9E6}" type="presParOf" srcId="{ADE0A665-0155-46C3-A557-3A75AEF0C755}" destId="{DF2E3381-F66E-4D42-9B56-E91AB6FDB668}" srcOrd="5" destOrd="0" presId="urn:microsoft.com/office/officeart/2018/2/layout/IconVerticalSolidList"/>
    <dgm:cxn modelId="{F4172472-824C-484A-871D-3A47FE563EFD}" type="presParOf" srcId="{ADE0A665-0155-46C3-A557-3A75AEF0C755}" destId="{E0CD3EC2-BA7C-4A89-BE48-940EC38D04D5}" srcOrd="6" destOrd="0" presId="urn:microsoft.com/office/officeart/2018/2/layout/IconVerticalSolidList"/>
    <dgm:cxn modelId="{B2EF2126-F239-494D-829E-966BA1709BEC}" type="presParOf" srcId="{E0CD3EC2-BA7C-4A89-BE48-940EC38D04D5}" destId="{A2E860A3-2BEC-4FC7-A0D7-AEA9435D2E18}" srcOrd="0" destOrd="0" presId="urn:microsoft.com/office/officeart/2018/2/layout/IconVerticalSolidList"/>
    <dgm:cxn modelId="{5E7C7494-E043-418D-ACA6-47622FF59A5B}" type="presParOf" srcId="{E0CD3EC2-BA7C-4A89-BE48-940EC38D04D5}" destId="{A1BF2C69-C8B5-406D-974E-89AC85489B02}" srcOrd="1" destOrd="0" presId="urn:microsoft.com/office/officeart/2018/2/layout/IconVerticalSolidList"/>
    <dgm:cxn modelId="{6C9A6D38-ACE9-48A2-B0D5-A54BA6E7BEFB}" type="presParOf" srcId="{E0CD3EC2-BA7C-4A89-BE48-940EC38D04D5}" destId="{E2476928-7D68-4FDC-988F-175E92968D27}" srcOrd="2" destOrd="0" presId="urn:microsoft.com/office/officeart/2018/2/layout/IconVerticalSolidList"/>
    <dgm:cxn modelId="{E95CBD09-C40C-49CE-A6B8-D029419C94E5}" type="presParOf" srcId="{E0CD3EC2-BA7C-4A89-BE48-940EC38D04D5}" destId="{DE022F25-A34E-48E7-BDD6-56E092553FB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97135C-3706-4E60-A184-B0E2175801B1}">
      <dsp:nvSpPr>
        <dsp:cNvPr id="0" name=""/>
        <dsp:cNvSpPr/>
      </dsp:nvSpPr>
      <dsp:spPr>
        <a:xfrm>
          <a:off x="0" y="2288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BB4880-3040-4601-BF9F-DB206084C101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37D85B-FE90-4EDE-915D-369FB944A48E}">
      <dsp:nvSpPr>
        <dsp:cNvPr id="0" name=""/>
        <dsp:cNvSpPr/>
      </dsp:nvSpPr>
      <dsp:spPr>
        <a:xfrm>
          <a:off x="1339618" y="2288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Build a fully working CRM system</a:t>
          </a:r>
        </a:p>
      </dsp:txBody>
      <dsp:txXfrm>
        <a:off x="1339618" y="2288"/>
        <a:ext cx="5024605" cy="1159843"/>
      </dsp:txXfrm>
    </dsp:sp>
    <dsp:sp modelId="{6C4932BB-3D26-432C-8738-F2E1E9D392CE}">
      <dsp:nvSpPr>
        <dsp:cNvPr id="0" name=""/>
        <dsp:cNvSpPr/>
      </dsp:nvSpPr>
      <dsp:spPr>
        <a:xfrm>
          <a:off x="0" y="1452092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3F022C-1A4F-4F02-BB46-BD7DB7D17FAD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1A2BF5-AD21-4A12-AC38-1B596AEB00A4}">
      <dsp:nvSpPr>
        <dsp:cNvPr id="0" name=""/>
        <dsp:cNvSpPr/>
      </dsp:nvSpPr>
      <dsp:spPr>
        <a:xfrm>
          <a:off x="1339618" y="1452092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Replace planned React app with Baserow App Builder</a:t>
          </a:r>
        </a:p>
      </dsp:txBody>
      <dsp:txXfrm>
        <a:off x="1339618" y="1452092"/>
        <a:ext cx="5024605" cy="1159843"/>
      </dsp:txXfrm>
    </dsp:sp>
    <dsp:sp modelId="{4F6BE070-C605-4B66-9F54-A5A3116E75C9}">
      <dsp:nvSpPr>
        <dsp:cNvPr id="0" name=""/>
        <dsp:cNvSpPr/>
      </dsp:nvSpPr>
      <dsp:spPr>
        <a:xfrm>
          <a:off x="0" y="2901896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4BFBAA-FAE8-467E-A55A-A58707928E6D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99C4FF-D195-4552-9A9E-DBAE36FB92BA}">
      <dsp:nvSpPr>
        <dsp:cNvPr id="0" name=""/>
        <dsp:cNvSpPr/>
      </dsp:nvSpPr>
      <dsp:spPr>
        <a:xfrm>
          <a:off x="1339618" y="2901896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Deliver end-to-end workflow automation</a:t>
          </a:r>
        </a:p>
      </dsp:txBody>
      <dsp:txXfrm>
        <a:off x="1339618" y="2901896"/>
        <a:ext cx="5024605" cy="1159843"/>
      </dsp:txXfrm>
    </dsp:sp>
    <dsp:sp modelId="{DAB0E41E-08FF-4432-8C5D-28076521F33E}">
      <dsp:nvSpPr>
        <dsp:cNvPr id="0" name=""/>
        <dsp:cNvSpPr/>
      </dsp:nvSpPr>
      <dsp:spPr>
        <a:xfrm>
          <a:off x="0" y="4351700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EEBA1A-582F-481A-8316-C68872EB454B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5CD554-D88A-4AC0-9C21-BDCF8D3E858C}">
      <dsp:nvSpPr>
        <dsp:cNvPr id="0" name=""/>
        <dsp:cNvSpPr/>
      </dsp:nvSpPr>
      <dsp:spPr>
        <a:xfrm>
          <a:off x="1339618" y="4351700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Integrate Google Calendar and Approval system</a:t>
          </a:r>
        </a:p>
      </dsp:txBody>
      <dsp:txXfrm>
        <a:off x="1339618" y="4351700"/>
        <a:ext cx="5024605" cy="11598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11A462-BE27-4A47-9EAC-E06CA8EE3FB0}">
      <dsp:nvSpPr>
        <dsp:cNvPr id="0" name=""/>
        <dsp:cNvSpPr/>
      </dsp:nvSpPr>
      <dsp:spPr>
        <a:xfrm>
          <a:off x="0" y="2288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2B8831-A5F4-4991-AF96-8D2DC698F022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36E741-EAA3-4F66-B7E7-331E218BF360}">
      <dsp:nvSpPr>
        <dsp:cNvPr id="0" name=""/>
        <dsp:cNvSpPr/>
      </dsp:nvSpPr>
      <dsp:spPr>
        <a:xfrm>
          <a:off x="1339618" y="2288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Calendar update workflows (WF2-WF4)</a:t>
          </a:r>
        </a:p>
      </dsp:txBody>
      <dsp:txXfrm>
        <a:off x="1339618" y="2288"/>
        <a:ext cx="5024605" cy="1159843"/>
      </dsp:txXfrm>
    </dsp:sp>
    <dsp:sp modelId="{EC48B1DC-27CD-4FFC-A270-8E2CD7997BCC}">
      <dsp:nvSpPr>
        <dsp:cNvPr id="0" name=""/>
        <dsp:cNvSpPr/>
      </dsp:nvSpPr>
      <dsp:spPr>
        <a:xfrm>
          <a:off x="0" y="1452092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8ABC38-9C73-422D-BBE8-6FCAFF44799A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E3C524-47A6-44E0-9B02-89C8C907B363}">
      <dsp:nvSpPr>
        <dsp:cNvPr id="0" name=""/>
        <dsp:cNvSpPr/>
      </dsp:nvSpPr>
      <dsp:spPr>
        <a:xfrm>
          <a:off x="1339618" y="1452092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Reminder &amp; feedback automation (WF6-WF7)</a:t>
          </a:r>
        </a:p>
      </dsp:txBody>
      <dsp:txXfrm>
        <a:off x="1339618" y="1452092"/>
        <a:ext cx="5024605" cy="1159843"/>
      </dsp:txXfrm>
    </dsp:sp>
    <dsp:sp modelId="{ED07F8AC-0F19-4F88-915D-4268CD7648DD}">
      <dsp:nvSpPr>
        <dsp:cNvPr id="0" name=""/>
        <dsp:cNvSpPr/>
      </dsp:nvSpPr>
      <dsp:spPr>
        <a:xfrm>
          <a:off x="0" y="2901896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BAF314-0E95-4F16-AAA7-41A07958FF58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188C95-A8F6-47D1-9DE1-5DB0985D45BA}">
      <dsp:nvSpPr>
        <dsp:cNvPr id="0" name=""/>
        <dsp:cNvSpPr/>
      </dsp:nvSpPr>
      <dsp:spPr>
        <a:xfrm>
          <a:off x="1339618" y="2901896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Calendar architecture improvements</a:t>
          </a:r>
        </a:p>
      </dsp:txBody>
      <dsp:txXfrm>
        <a:off x="1339618" y="2901896"/>
        <a:ext cx="5024605" cy="1159843"/>
      </dsp:txXfrm>
    </dsp:sp>
    <dsp:sp modelId="{A2E860A3-2BEC-4FC7-A0D7-AEA9435D2E18}">
      <dsp:nvSpPr>
        <dsp:cNvPr id="0" name=""/>
        <dsp:cNvSpPr/>
      </dsp:nvSpPr>
      <dsp:spPr>
        <a:xfrm>
          <a:off x="0" y="4351700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BF2C69-C8B5-406D-974E-89AC85489B02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022F25-A34E-48E7-BDD6-56E092553FB2}">
      <dsp:nvSpPr>
        <dsp:cNvPr id="0" name=""/>
        <dsp:cNvSpPr/>
      </dsp:nvSpPr>
      <dsp:spPr>
        <a:xfrm>
          <a:off x="1339618" y="4351700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Some features delays to future sprints</a:t>
          </a:r>
        </a:p>
      </dsp:txBody>
      <dsp:txXfrm>
        <a:off x="1339618" y="4351700"/>
        <a:ext cx="5024605" cy="11598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73136-879C-5BB2-4EF9-3540CC464F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00B8FF-08DC-F1B5-C07A-17A6B020FA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AD9855-FF1E-7DFF-0806-D0B050470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290E4-BC99-1447-A74D-682D62584ACE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857BF-CAA8-84D4-9B07-CCE3D08FC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83DEDB-A24C-47F3-5945-73577BB73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37CFC-0B83-8341-B86D-9BEF10441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86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20F7D-C12F-C7AB-9276-6698849DE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A1D27-62CA-A133-7B71-C2C9B00289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F82A4-2FD0-8BEF-4883-343AB017F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290E4-BC99-1447-A74D-682D62584ACE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67B74-FED6-8633-37F0-76F4C3650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F347EA-B32D-9B2A-BB84-7329EA78B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37CFC-0B83-8341-B86D-9BEF10441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323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C3732-C54E-A192-2360-3FA29D173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56D956-1D7B-D34B-DBC5-440EF6EDFD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756EB-A9B9-F122-9BE2-94B03B38C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290E4-BC99-1447-A74D-682D62584ACE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47DD1-EAE1-CBE3-B704-94A40455B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34EF1D-2589-6330-9DB4-1CFBCA6E6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37CFC-0B83-8341-B86D-9BEF10441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191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C6BE2-97AF-E62D-02CF-90F5A7E35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A6F5B-9B37-A378-74E7-876CCA979B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3653C0-F2F4-CF19-A8E9-E6AB2E35A0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1C669C-E38E-BB9E-5A6D-44AE108B4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290E4-BC99-1447-A74D-682D62584ACE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46A215-13FC-4832-B6B7-18A2AB352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1ADA10-4A44-F37C-D0B3-862F75C33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37CFC-0B83-8341-B86D-9BEF10441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29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AF250-14B6-AECE-8131-70F79BDF5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431A72-20BA-61DC-6D14-9F7C757936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C42A26-675B-F510-4A4E-1E4E95506E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46D9D3-D258-29F4-E305-D7BE0016D9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41FB81-E809-0C08-06FA-EEEA1E1A40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DC0656-2FC3-97AD-9190-9D1D70C67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290E4-BC99-1447-A74D-682D62584ACE}" type="datetimeFigureOut">
              <a:rPr lang="en-US" smtClean="0"/>
              <a:t>3/23/26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989966-AAFD-4749-D47D-CE9CCB388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224913-0ED0-FA39-0B59-7A2FF0310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37CFC-0B83-8341-B86D-9BEF10441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507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69D4C-04DC-B29E-BB11-C59B5E7C9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1B87FF-4BC9-71FE-4E52-60FD5EDB2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290E4-BC99-1447-A74D-682D62584ACE}" type="datetimeFigureOut">
              <a:rPr lang="en-US" smtClean="0"/>
              <a:t>3/23/26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DEA346-3631-7419-1310-77156AB8E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9206AF-1E1D-8FD1-82AF-755BFEA8B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37CFC-0B83-8341-B86D-9BEF10441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528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7CF391-462A-E98E-5548-F98CE64E3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290E4-BC99-1447-A74D-682D62584ACE}" type="datetimeFigureOut">
              <a:rPr lang="en-US" smtClean="0"/>
              <a:t>3/23/26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D6E8D8-D281-AF4A-0F94-8B398179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933C25-20FB-E61C-4E17-44861F6BE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37CFC-0B83-8341-B86D-9BEF10441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122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3B4EB-8530-0019-D118-8F00E0879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E07F1-6223-5076-0C28-42B502584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901719-3EAB-5B4A-FB42-497DC1FC51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F5B249-D54A-8560-2E05-C01AC50F7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290E4-BC99-1447-A74D-682D62584ACE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FDABF0-5F46-5306-9343-5AC0554BC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DC682-4657-9B64-9B3E-B607208ED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37CFC-0B83-8341-B86D-9BEF10441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982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851DC-DCA6-E991-2ADE-68C236362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EF90A4-F2E9-0AB4-FF45-72F1995EF6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362D61-E235-ACE3-3AE1-E1220DB59B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161FB3-2218-D9A1-B591-AE40C3CA5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290E4-BC99-1447-A74D-682D62584ACE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6648E6-0B2D-ABD0-49AC-F1287ABAA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445687-C791-750C-0011-DEFC26652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37CFC-0B83-8341-B86D-9BEF10441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024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1C81D-FC31-3AF5-69BD-2339B7429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DE8CA0-2835-0943-006F-CAEE6A6F9F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DD74E9-BE0E-D2FB-4240-CF263F240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290E4-BC99-1447-A74D-682D62584ACE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6FC61-4909-E074-95E4-D18E06268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286B5-C301-8EA9-71BE-CB628D8EB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37CFC-0B83-8341-B86D-9BEF10441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869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9254A5-0580-BF2C-C1A0-E251C312D3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D057EE-2926-E70E-C463-FAF8B00542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783F7-C0A3-23EA-E5BF-3C4BDA88B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290E4-BC99-1447-A74D-682D62584ACE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80C47B-A791-AC2F-10D9-A94AF0B58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4DDFF-FF36-D46C-295E-3E73655A4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37CFC-0B83-8341-B86D-9BEF10441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69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C7E418-0DA5-01FD-6907-F900AEE10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0272FD-174B-9511-B003-01811BFD98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7D5086-450C-E885-2284-0160A817EB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1290E4-BC99-1447-A74D-682D62584ACE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C72C3-97C8-B51E-7507-509E8024A0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ABAFCA-8451-D0B8-760B-69EA3D7D96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537CFC-0B83-8341-B86D-9BEF10441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174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20A668-89EF-7C0F-1C6F-8271F770AB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4000">
                <a:solidFill>
                  <a:schemeClr val="tx2"/>
                </a:solidFill>
              </a:rPr>
              <a:t>Conversations to Remember CRM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2C7958-A7F2-E714-336D-236F84133C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en-US" sz="2000">
                <a:solidFill>
                  <a:schemeClr val="tx2"/>
                </a:solidFill>
              </a:rPr>
              <a:t>Sprint 2 Demo</a:t>
            </a:r>
          </a:p>
          <a:p>
            <a:pPr algn="l"/>
            <a:r>
              <a:rPr lang="en-US" sz="2000">
                <a:solidFill>
                  <a:schemeClr val="tx2"/>
                </a:solidFill>
              </a:rPr>
              <a:t>Team Members: Jamie Gudino, Alice Hui</a:t>
            </a:r>
          </a:p>
        </p:txBody>
      </p:sp>
      <p:pic>
        <p:nvPicPr>
          <p:cNvPr id="7" name="Graphic 6" descr="Chat">
            <a:extLst>
              <a:ext uri="{FF2B5EF4-FFF2-40B4-BE49-F238E27FC236}">
                <a16:creationId xmlns:a16="http://schemas.microsoft.com/office/drawing/2014/main" id="{E1A49D05-D5D9-DD95-3006-C81C7F9F45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512848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1F5B51-0C1F-DA35-82DA-1CBD6B01D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Sprint Goal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B3E762F-DAE3-4895-521A-098D9DEEC7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5526740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34099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4579A5A-5DC3-1AC5-EEFB-B51400895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System Overview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B2C4FE-0E4D-B476-665F-F90B726BBE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72200" y="804672"/>
                <a:ext cx="5221224" cy="5230368"/>
              </a:xfrm>
            </p:spPr>
            <p:txBody>
              <a:bodyPr anchor="ctr">
                <a:normAutofit/>
              </a:bodyPr>
              <a:lstStyle/>
              <a:p>
                <a:r>
                  <a:rPr lang="en-US" sz="1800">
                    <a:solidFill>
                      <a:schemeClr val="tx2"/>
                    </a:solidFill>
                  </a:rPr>
                  <a:t>CRM built using:</a:t>
                </a:r>
              </a:p>
              <a:p>
                <a:pPr lvl="1"/>
                <a:r>
                  <a:rPr lang="en-US" sz="1800">
                    <a:solidFill>
                      <a:schemeClr val="tx2"/>
                    </a:solidFill>
                  </a:rPr>
                  <a:t>Baserow (database + UI)</a:t>
                </a:r>
              </a:p>
              <a:p>
                <a:pPr lvl="1"/>
                <a:r>
                  <a:rPr lang="en-US" sz="1800">
                    <a:solidFill>
                      <a:schemeClr val="tx2"/>
                    </a:solidFill>
                  </a:rPr>
                  <a:t>N8N (automation workflows)</a:t>
                </a:r>
              </a:p>
              <a:p>
                <a:pPr lvl="1"/>
                <a:r>
                  <a:rPr lang="en-US" sz="1800">
                    <a:solidFill>
                      <a:schemeClr val="tx2"/>
                    </a:solidFill>
                  </a:rPr>
                  <a:t>Google Calendar (scheduling)</a:t>
                </a:r>
              </a:p>
              <a:p>
                <a:r>
                  <a:rPr lang="en-US" sz="1800">
                    <a:solidFill>
                      <a:schemeClr val="tx2"/>
                    </a:solidFill>
                  </a:rPr>
                  <a:t>Fully connected system:</a:t>
                </a:r>
              </a:p>
              <a:p>
                <a:pPr lvl="1"/>
                <a:r>
                  <a:rPr lang="en-US" sz="1800">
                    <a:solidFill>
                      <a:schemeClr val="tx2"/>
                    </a:solidFill>
                  </a:rPr>
                  <a:t>Data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800">
                    <a:solidFill>
                      <a:schemeClr val="tx2"/>
                    </a:solidFill>
                  </a:rPr>
                  <a:t> Automation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800">
                    <a:solidFill>
                      <a:schemeClr val="tx2"/>
                    </a:solidFill>
                  </a:rPr>
                  <a:t> Calendar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800">
                    <a:solidFill>
                      <a:schemeClr val="tx2"/>
                    </a:solidFill>
                  </a:rPr>
                  <a:t> Notifications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B2C4FE-0E4D-B476-665F-F90B726BBE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72200" y="804672"/>
                <a:ext cx="5221224" cy="5230368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0856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03B981-43C0-495D-182F-5B21856FC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Database &amp; Backend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786FD-9396-C2F8-A6FF-FC75C462A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2000"/>
              <a:t>16 CRM tables created</a:t>
            </a:r>
          </a:p>
          <a:p>
            <a:r>
              <a:rPr lang="en-US" sz="2000"/>
              <a:t>Includes:</a:t>
            </a:r>
          </a:p>
          <a:p>
            <a:pPr lvl="1"/>
            <a:r>
              <a:rPr lang="en-US" sz="2000"/>
              <a:t>Relationships</a:t>
            </a:r>
          </a:p>
          <a:p>
            <a:pPr lvl="1"/>
            <a:r>
              <a:rPr lang="en-US" sz="2000"/>
              <a:t>Lookup fields</a:t>
            </a:r>
          </a:p>
          <a:p>
            <a:pPr lvl="1"/>
            <a:r>
              <a:rPr lang="en-US" sz="2000"/>
              <a:t>Formula fields</a:t>
            </a:r>
          </a:p>
          <a:p>
            <a:r>
              <a:rPr lang="en-US" sz="2000"/>
              <a:t>Automated setup using scripts</a:t>
            </a:r>
          </a:p>
          <a:p>
            <a:r>
              <a:rPr lang="en-US" sz="2000"/>
              <a:t>Supports seniors, volunteers, meetings, feedback</a:t>
            </a:r>
          </a:p>
        </p:txBody>
      </p:sp>
      <p:pic>
        <p:nvPicPr>
          <p:cNvPr id="5" name="Picture 4" descr="Multi-colored chairs">
            <a:extLst>
              <a:ext uri="{FF2B5EF4-FFF2-40B4-BE49-F238E27FC236}">
                <a16:creationId xmlns:a16="http://schemas.microsoft.com/office/drawing/2014/main" id="{DA4A262A-CD97-09A6-EFFD-E299F6DE24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880" r="11820" b="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484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855B4F4-1E10-5B4A-3C06-79C9B7E57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User Interface (Baserow Pages)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AAD49-0683-1050-453C-ADD2AEF62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en-US" sz="1800">
                <a:solidFill>
                  <a:schemeClr val="tx2"/>
                </a:solidFill>
              </a:rPr>
              <a:t>Dashboard (KPIs)</a:t>
            </a:r>
          </a:p>
          <a:p>
            <a:r>
              <a:rPr lang="en-US" sz="1800">
                <a:solidFill>
                  <a:schemeClr val="tx2"/>
                </a:solidFill>
              </a:rPr>
              <a:t>Seniors &amp; Volunteers Pages</a:t>
            </a:r>
          </a:p>
          <a:p>
            <a:r>
              <a:rPr lang="en-US" sz="1800">
                <a:solidFill>
                  <a:schemeClr val="tx2"/>
                </a:solidFill>
              </a:rPr>
              <a:t>Groups (change request form)</a:t>
            </a:r>
          </a:p>
          <a:p>
            <a:r>
              <a:rPr lang="en-US" sz="1800">
                <a:solidFill>
                  <a:schemeClr val="tx2"/>
                </a:solidFill>
              </a:rPr>
              <a:t>Schedule (weekly meetings)</a:t>
            </a:r>
          </a:p>
          <a:p>
            <a:r>
              <a:rPr lang="en-US" sz="1800">
                <a:solidFill>
                  <a:schemeClr val="tx2"/>
                </a:solidFill>
              </a:rPr>
              <a:t>Meetings (attendance tracking)</a:t>
            </a:r>
          </a:p>
          <a:p>
            <a:r>
              <a:rPr lang="en-US" sz="1800">
                <a:solidFill>
                  <a:schemeClr val="tx2"/>
                </a:solidFill>
              </a:rPr>
              <a:t>Feedback page</a:t>
            </a:r>
          </a:p>
          <a:p>
            <a:r>
              <a:rPr lang="en-US" sz="1800">
                <a:solidFill>
                  <a:schemeClr val="tx2"/>
                </a:solidFill>
              </a:rPr>
              <a:t>Approval page (admin only)</a:t>
            </a:r>
          </a:p>
        </p:txBody>
      </p:sp>
    </p:spTree>
    <p:extLst>
      <p:ext uri="{BB962C8B-B14F-4D97-AF65-F5344CB8AC3E}">
        <p14:creationId xmlns:p14="http://schemas.microsoft.com/office/powerpoint/2010/main" val="3982263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89C5E17-24D0-4696-A3C5-A2261FB455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29B58F-2358-44CC-ACE5-EF1BD3C6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4AE197-6067-1ACE-587E-DB2C75C23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Key Features (User-Facing)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9DA5303-A1AF-4830-806C-51FCD9618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97348" y="5285"/>
            <a:ext cx="7294653" cy="6858000"/>
            <a:chOff x="4897348" y="-5799"/>
            <a:chExt cx="7294653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FAAA8C8-4EB7-45F1-BF24-3EF0F4DC4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97348" y="-5798"/>
              <a:ext cx="7294652" cy="6857999"/>
            </a:xfrm>
            <a:custGeom>
              <a:avLst/>
              <a:gdLst>
                <a:gd name="connsiteX0" fmla="*/ 7294652 w 7294652"/>
                <a:gd name="connsiteY0" fmla="*/ 6063030 h 6857999"/>
                <a:gd name="connsiteX1" fmla="*/ 7294652 w 7294652"/>
                <a:gd name="connsiteY1" fmla="*/ 6857999 h 6857999"/>
                <a:gd name="connsiteX2" fmla="*/ 6248575 w 7294652"/>
                <a:gd name="connsiteY2" fmla="*/ 6857999 h 6857999"/>
                <a:gd name="connsiteX3" fmla="*/ 6477898 w 7294652"/>
                <a:gd name="connsiteY3" fmla="*/ 6700973 h 6857999"/>
                <a:gd name="connsiteX4" fmla="*/ 6647884 w 7294652"/>
                <a:gd name="connsiteY4" fmla="*/ 6572752 h 6857999"/>
                <a:gd name="connsiteX5" fmla="*/ 6817698 w 7294652"/>
                <a:gd name="connsiteY5" fmla="*/ 6440235 h 6857999"/>
                <a:gd name="connsiteX6" fmla="*/ 7161451 w 7294652"/>
                <a:gd name="connsiteY6" fmla="*/ 6165232 h 6857999"/>
                <a:gd name="connsiteX7" fmla="*/ 1673436 w 7294652"/>
                <a:gd name="connsiteY7" fmla="*/ 0 h 6857999"/>
                <a:gd name="connsiteX8" fmla="*/ 2394951 w 7294652"/>
                <a:gd name="connsiteY8" fmla="*/ 0 h 6857999"/>
                <a:gd name="connsiteX9" fmla="*/ 2244659 w 7294652"/>
                <a:gd name="connsiteY9" fmla="*/ 100763 h 6857999"/>
                <a:gd name="connsiteX10" fmla="*/ 1743903 w 7294652"/>
                <a:gd name="connsiteY10" fmla="*/ 498975 h 6857999"/>
                <a:gd name="connsiteX11" fmla="*/ 1163821 w 7294652"/>
                <a:gd name="connsiteY11" fmla="*/ 1121514 h 6857999"/>
                <a:gd name="connsiteX12" fmla="*/ 704911 w 7294652"/>
                <a:gd name="connsiteY12" fmla="*/ 1837036 h 6857999"/>
                <a:gd name="connsiteX13" fmla="*/ 393472 w 7294652"/>
                <a:gd name="connsiteY13" fmla="*/ 2627669 h 6857999"/>
                <a:gd name="connsiteX14" fmla="*/ 280032 w 7294652"/>
                <a:gd name="connsiteY14" fmla="*/ 3472097 h 6857999"/>
                <a:gd name="connsiteX15" fmla="*/ 327813 w 7294652"/>
                <a:gd name="connsiteY15" fmla="*/ 3884602 h 6857999"/>
                <a:gd name="connsiteX16" fmla="*/ 469096 w 7294652"/>
                <a:gd name="connsiteY16" fmla="*/ 4270809 h 6857999"/>
                <a:gd name="connsiteX17" fmla="*/ 567581 w 7294652"/>
                <a:gd name="connsiteY17" fmla="*/ 4452482 h 6857999"/>
                <a:gd name="connsiteX18" fmla="*/ 680677 w 7294652"/>
                <a:gd name="connsiteY18" fmla="*/ 4628484 h 6857999"/>
                <a:gd name="connsiteX19" fmla="*/ 941928 w 7294652"/>
                <a:gd name="connsiteY19" fmla="*/ 4968628 h 6857999"/>
                <a:gd name="connsiteX20" fmla="*/ 1224665 w 7294652"/>
                <a:gd name="connsiteY20" fmla="*/ 5311349 h 6857999"/>
                <a:gd name="connsiteX21" fmla="*/ 1365259 w 7294652"/>
                <a:gd name="connsiteY21" fmla="*/ 5490273 h 6857999"/>
                <a:gd name="connsiteX22" fmla="*/ 1432808 w 7294652"/>
                <a:gd name="connsiteY22" fmla="*/ 5577931 h 6857999"/>
                <a:gd name="connsiteX23" fmla="*/ 1498980 w 7294652"/>
                <a:gd name="connsiteY23" fmla="*/ 5662148 h 6857999"/>
                <a:gd name="connsiteX24" fmla="*/ 2067548 w 7294652"/>
                <a:gd name="connsiteY24" fmla="*/ 6283312 h 6857999"/>
                <a:gd name="connsiteX25" fmla="*/ 2369879 w 7294652"/>
                <a:gd name="connsiteY25" fmla="*/ 6562782 h 6857999"/>
                <a:gd name="connsiteX26" fmla="*/ 2686645 w 7294652"/>
                <a:gd name="connsiteY26" fmla="*/ 6820598 h 6857999"/>
                <a:gd name="connsiteX27" fmla="*/ 2738907 w 7294652"/>
                <a:gd name="connsiteY27" fmla="*/ 6857999 h 6857999"/>
                <a:gd name="connsiteX28" fmla="*/ 1731787 w 7294652"/>
                <a:gd name="connsiteY28" fmla="*/ 6857999 h 6857999"/>
                <a:gd name="connsiteX29" fmla="*/ 1607949 w 7294652"/>
                <a:gd name="connsiteY29" fmla="*/ 6732770 h 6857999"/>
                <a:gd name="connsiteX30" fmla="*/ 1309057 w 7294652"/>
                <a:gd name="connsiteY30" fmla="*/ 6370109 h 6857999"/>
                <a:gd name="connsiteX31" fmla="*/ 1048147 w 7294652"/>
                <a:gd name="connsiteY31" fmla="*/ 5986138 h 6857999"/>
                <a:gd name="connsiteX32" fmla="*/ 987131 w 7294652"/>
                <a:gd name="connsiteY32" fmla="*/ 5888512 h 6857999"/>
                <a:gd name="connsiteX33" fmla="*/ 928866 w 7294652"/>
                <a:gd name="connsiteY33" fmla="*/ 5793463 h 6857999"/>
                <a:gd name="connsiteX34" fmla="*/ 813708 w 7294652"/>
                <a:gd name="connsiteY34" fmla="*/ 5609556 h 6857999"/>
                <a:gd name="connsiteX35" fmla="*/ 574972 w 7294652"/>
                <a:gd name="connsiteY35" fmla="*/ 5231598 h 6857999"/>
                <a:gd name="connsiteX36" fmla="*/ 342424 w 7294652"/>
                <a:gd name="connsiteY36" fmla="*/ 4834048 h 6857999"/>
                <a:gd name="connsiteX37" fmla="*/ 237579 w 7294652"/>
                <a:gd name="connsiteY37" fmla="*/ 4623500 h 6857999"/>
                <a:gd name="connsiteX38" fmla="*/ 148373 w 7294652"/>
                <a:gd name="connsiteY38" fmla="*/ 4404356 h 6857999"/>
                <a:gd name="connsiteX39" fmla="*/ 79623 w 7294652"/>
                <a:gd name="connsiteY39" fmla="*/ 4175762 h 6857999"/>
                <a:gd name="connsiteX40" fmla="*/ 54185 w 7294652"/>
                <a:gd name="connsiteY40" fmla="*/ 4059229 h 6857999"/>
                <a:gd name="connsiteX41" fmla="*/ 43013 w 7294652"/>
                <a:gd name="connsiteY41" fmla="*/ 4000790 h 6857999"/>
                <a:gd name="connsiteX42" fmla="*/ 33734 w 7294652"/>
                <a:gd name="connsiteY42" fmla="*/ 3942180 h 6857999"/>
                <a:gd name="connsiteX43" fmla="*/ 45 w 7294652"/>
                <a:gd name="connsiteY43" fmla="*/ 3472097 h 6857999"/>
                <a:gd name="connsiteX44" fmla="*/ 95436 w 7294652"/>
                <a:gd name="connsiteY44" fmla="*/ 2557372 h 6857999"/>
                <a:gd name="connsiteX45" fmla="*/ 382126 w 7294652"/>
                <a:gd name="connsiteY45" fmla="*/ 1680799 h 6857999"/>
                <a:gd name="connsiteX46" fmla="*/ 1457043 w 7294652"/>
                <a:gd name="connsiteY46" fmla="*/ 192176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294652" h="6857999">
                  <a:moveTo>
                    <a:pt x="7294652" y="6063030"/>
                  </a:moveTo>
                  <a:lnTo>
                    <a:pt x="7294652" y="6857999"/>
                  </a:lnTo>
                  <a:lnTo>
                    <a:pt x="6248575" y="6857999"/>
                  </a:lnTo>
                  <a:lnTo>
                    <a:pt x="6477898" y="6700973"/>
                  </a:lnTo>
                  <a:cubicBezTo>
                    <a:pt x="6534790" y="6659378"/>
                    <a:pt x="6591336" y="6616237"/>
                    <a:pt x="6647884" y="6572752"/>
                  </a:cubicBezTo>
                  <a:cubicBezTo>
                    <a:pt x="6704432" y="6529268"/>
                    <a:pt x="6761151" y="6485095"/>
                    <a:pt x="6817698" y="6440235"/>
                  </a:cubicBezTo>
                  <a:lnTo>
                    <a:pt x="7161451" y="6165232"/>
                  </a:lnTo>
                  <a:close/>
                  <a:moveTo>
                    <a:pt x="1673436" y="0"/>
                  </a:moveTo>
                  <a:lnTo>
                    <a:pt x="2394951" y="0"/>
                  </a:lnTo>
                  <a:lnTo>
                    <a:pt x="2244659" y="100763"/>
                  </a:lnTo>
                  <a:cubicBezTo>
                    <a:pt x="2071051" y="224086"/>
                    <a:pt x="1903860" y="356975"/>
                    <a:pt x="1743903" y="498975"/>
                  </a:cubicBezTo>
                  <a:cubicBezTo>
                    <a:pt x="1533218" y="689638"/>
                    <a:pt x="1339146" y="897902"/>
                    <a:pt x="1163821" y="1121514"/>
                  </a:cubicBezTo>
                  <a:cubicBezTo>
                    <a:pt x="988284" y="1344764"/>
                    <a:pt x="834608" y="1584376"/>
                    <a:pt x="704911" y="1837036"/>
                  </a:cubicBezTo>
                  <a:cubicBezTo>
                    <a:pt x="573950" y="2089059"/>
                    <a:pt x="469577" y="2354041"/>
                    <a:pt x="393472" y="2627669"/>
                  </a:cubicBezTo>
                  <a:cubicBezTo>
                    <a:pt x="318269" y="2902842"/>
                    <a:pt x="280119" y="3186833"/>
                    <a:pt x="280032" y="3472097"/>
                  </a:cubicBezTo>
                  <a:cubicBezTo>
                    <a:pt x="280349" y="3610956"/>
                    <a:pt x="296380" y="3749334"/>
                    <a:pt x="327813" y="3884602"/>
                  </a:cubicBezTo>
                  <a:cubicBezTo>
                    <a:pt x="360878" y="4018046"/>
                    <a:pt x="408244" y="4147540"/>
                    <a:pt x="469096" y="4270809"/>
                  </a:cubicBezTo>
                  <a:cubicBezTo>
                    <a:pt x="499175" y="4332511"/>
                    <a:pt x="532347" y="4393012"/>
                    <a:pt x="567581" y="4452482"/>
                  </a:cubicBezTo>
                  <a:cubicBezTo>
                    <a:pt x="602815" y="4511953"/>
                    <a:pt x="641144" y="4570562"/>
                    <a:pt x="680677" y="4628484"/>
                  </a:cubicBezTo>
                  <a:cubicBezTo>
                    <a:pt x="760771" y="4743985"/>
                    <a:pt x="849802" y="4856048"/>
                    <a:pt x="941928" y="4968628"/>
                  </a:cubicBezTo>
                  <a:cubicBezTo>
                    <a:pt x="1034055" y="5081206"/>
                    <a:pt x="1130994" y="5193958"/>
                    <a:pt x="1224665" y="5311349"/>
                  </a:cubicBezTo>
                  <a:cubicBezTo>
                    <a:pt x="1271987" y="5369787"/>
                    <a:pt x="1318853" y="5429429"/>
                    <a:pt x="1365259" y="5490273"/>
                  </a:cubicBezTo>
                  <a:lnTo>
                    <a:pt x="1432808" y="5577931"/>
                  </a:lnTo>
                  <a:cubicBezTo>
                    <a:pt x="1454979" y="5605947"/>
                    <a:pt x="1476121" y="5634821"/>
                    <a:pt x="1498980" y="5662148"/>
                  </a:cubicBezTo>
                  <a:cubicBezTo>
                    <a:pt x="1676323" y="5880038"/>
                    <a:pt x="1866158" y="6087441"/>
                    <a:pt x="2067548" y="6283312"/>
                  </a:cubicBezTo>
                  <a:cubicBezTo>
                    <a:pt x="2166203" y="6379907"/>
                    <a:pt x="2266974" y="6473064"/>
                    <a:pt x="2369879" y="6562782"/>
                  </a:cubicBezTo>
                  <a:cubicBezTo>
                    <a:pt x="2473005" y="6652331"/>
                    <a:pt x="2577677" y="6738957"/>
                    <a:pt x="2686645" y="6820598"/>
                  </a:cubicBezTo>
                  <a:lnTo>
                    <a:pt x="2738907" y="6857999"/>
                  </a:lnTo>
                  <a:lnTo>
                    <a:pt x="1731787" y="6857999"/>
                  </a:lnTo>
                  <a:lnTo>
                    <a:pt x="1607949" y="6732770"/>
                  </a:lnTo>
                  <a:cubicBezTo>
                    <a:pt x="1501232" y="6617903"/>
                    <a:pt x="1401421" y="6496799"/>
                    <a:pt x="1309057" y="6370109"/>
                  </a:cubicBezTo>
                  <a:cubicBezTo>
                    <a:pt x="1217103" y="6244469"/>
                    <a:pt x="1129618" y="6116590"/>
                    <a:pt x="1048147" y="5986138"/>
                  </a:cubicBezTo>
                  <a:cubicBezTo>
                    <a:pt x="1027179" y="5953825"/>
                    <a:pt x="1007414" y="5920996"/>
                    <a:pt x="987131" y="5888512"/>
                  </a:cubicBezTo>
                  <a:lnTo>
                    <a:pt x="928866" y="5793463"/>
                  </a:lnTo>
                  <a:cubicBezTo>
                    <a:pt x="891568" y="5732276"/>
                    <a:pt x="852725" y="5671260"/>
                    <a:pt x="813708" y="5609556"/>
                  </a:cubicBezTo>
                  <a:lnTo>
                    <a:pt x="574972" y="5231598"/>
                  </a:lnTo>
                  <a:cubicBezTo>
                    <a:pt x="495221" y="5103551"/>
                    <a:pt x="416158" y="4971549"/>
                    <a:pt x="342424" y="4834048"/>
                  </a:cubicBezTo>
                  <a:cubicBezTo>
                    <a:pt x="305641" y="4765298"/>
                    <a:pt x="270236" y="4695343"/>
                    <a:pt x="237579" y="4623500"/>
                  </a:cubicBezTo>
                  <a:cubicBezTo>
                    <a:pt x="204922" y="4551655"/>
                    <a:pt x="175187" y="4478607"/>
                    <a:pt x="148373" y="4404356"/>
                  </a:cubicBezTo>
                  <a:cubicBezTo>
                    <a:pt x="121561" y="4330107"/>
                    <a:pt x="99046" y="4252934"/>
                    <a:pt x="79623" y="4175762"/>
                  </a:cubicBezTo>
                  <a:cubicBezTo>
                    <a:pt x="70514" y="4136916"/>
                    <a:pt x="61577" y="4098245"/>
                    <a:pt x="54185" y="4059229"/>
                  </a:cubicBezTo>
                  <a:lnTo>
                    <a:pt x="43013" y="4000790"/>
                  </a:lnTo>
                  <a:lnTo>
                    <a:pt x="33734" y="3942180"/>
                  </a:lnTo>
                  <a:cubicBezTo>
                    <a:pt x="10461" y="3786581"/>
                    <a:pt x="-801" y="3629416"/>
                    <a:pt x="45" y="3472097"/>
                  </a:cubicBezTo>
                  <a:cubicBezTo>
                    <a:pt x="863" y="3164748"/>
                    <a:pt x="32824" y="2858275"/>
                    <a:pt x="95436" y="2557372"/>
                  </a:cubicBezTo>
                  <a:cubicBezTo>
                    <a:pt x="157549" y="2255281"/>
                    <a:pt x="253728" y="1961216"/>
                    <a:pt x="382126" y="1680799"/>
                  </a:cubicBezTo>
                  <a:cubicBezTo>
                    <a:pt x="639940" y="1120482"/>
                    <a:pt x="1015492" y="619117"/>
                    <a:pt x="1457043" y="192176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77FC097-E4F2-4A45-82E8-3808FA553C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0650" y="-5799"/>
              <a:ext cx="7291350" cy="6858000"/>
            </a:xfrm>
            <a:custGeom>
              <a:avLst/>
              <a:gdLst>
                <a:gd name="connsiteX0" fmla="*/ 7291350 w 7291350"/>
                <a:gd name="connsiteY0" fmla="*/ 5718699 h 6858000"/>
                <a:gd name="connsiteX1" fmla="*/ 7291350 w 7291350"/>
                <a:gd name="connsiteY1" fmla="*/ 6806115 h 6858000"/>
                <a:gd name="connsiteX2" fmla="*/ 7224124 w 7291350"/>
                <a:gd name="connsiteY2" fmla="*/ 6858000 h 6858000"/>
                <a:gd name="connsiteX3" fmla="*/ 5607142 w 7291350"/>
                <a:gd name="connsiteY3" fmla="*/ 6858000 h 6858000"/>
                <a:gd name="connsiteX4" fmla="*/ 5736072 w 7291350"/>
                <a:gd name="connsiteY4" fmla="*/ 6801170 h 6858000"/>
                <a:gd name="connsiteX5" fmla="*/ 6949826 w 7291350"/>
                <a:gd name="connsiteY5" fmla="*/ 5983707 h 6858000"/>
                <a:gd name="connsiteX6" fmla="*/ 7220703 w 7291350"/>
                <a:gd name="connsiteY6" fmla="*/ 5773675 h 6858000"/>
                <a:gd name="connsiteX7" fmla="*/ 7218419 w 7291350"/>
                <a:gd name="connsiteY7" fmla="*/ 0 h 6858000"/>
                <a:gd name="connsiteX8" fmla="*/ 7291350 w 7291350"/>
                <a:gd name="connsiteY8" fmla="*/ 0 h 6858000"/>
                <a:gd name="connsiteX9" fmla="*/ 7291350 w 7291350"/>
                <a:gd name="connsiteY9" fmla="*/ 50138 h 6858000"/>
                <a:gd name="connsiteX10" fmla="*/ 1797607 w 7291350"/>
                <a:gd name="connsiteY10" fmla="*/ 0 h 6858000"/>
                <a:gd name="connsiteX11" fmla="*/ 3385676 w 7291350"/>
                <a:gd name="connsiteY11" fmla="*/ 0 h 6858000"/>
                <a:gd name="connsiteX12" fmla="*/ 3360567 w 7291350"/>
                <a:gd name="connsiteY12" fmla="*/ 11552 h 6858000"/>
                <a:gd name="connsiteX13" fmla="*/ 2267395 w 7291350"/>
                <a:gd name="connsiteY13" fmla="*/ 725831 h 6858000"/>
                <a:gd name="connsiteX14" fmla="*/ 1234074 w 7291350"/>
                <a:gd name="connsiteY14" fmla="*/ 2007171 h 6858000"/>
                <a:gd name="connsiteX15" fmla="*/ 859383 w 7291350"/>
                <a:gd name="connsiteY15" fmla="*/ 3498372 h 6858000"/>
                <a:gd name="connsiteX16" fmla="*/ 1479513 w 7291350"/>
                <a:gd name="connsiteY16" fmla="*/ 4883182 h 6858000"/>
                <a:gd name="connsiteX17" fmla="*/ 1791985 w 7291350"/>
                <a:gd name="connsiteY17" fmla="*/ 5322671 h 6858000"/>
                <a:gd name="connsiteX18" fmla="*/ 3397295 w 7291350"/>
                <a:gd name="connsiteY18" fmla="*/ 6784567 h 6858000"/>
                <a:gd name="connsiteX19" fmla="*/ 3590446 w 7291350"/>
                <a:gd name="connsiteY19" fmla="*/ 6858000 h 6858000"/>
                <a:gd name="connsiteX20" fmla="*/ 1970757 w 7291350"/>
                <a:gd name="connsiteY20" fmla="*/ 6858000 h 6858000"/>
                <a:gd name="connsiteX21" fmla="*/ 1735872 w 7291350"/>
                <a:gd name="connsiteY21" fmla="*/ 6627685 h 6858000"/>
                <a:gd name="connsiteX22" fmla="*/ 1080932 w 7291350"/>
                <a:gd name="connsiteY22" fmla="*/ 5805127 h 6858000"/>
                <a:gd name="connsiteX23" fmla="*/ 0 w 7291350"/>
                <a:gd name="connsiteY23" fmla="*/ 3498372 h 6858000"/>
                <a:gd name="connsiteX24" fmla="*/ 1708174 w 7291350"/>
                <a:gd name="connsiteY24" fmla="*/ 7330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291350" h="6858000">
                  <a:moveTo>
                    <a:pt x="7291350" y="5718699"/>
                  </a:moveTo>
                  <a:lnTo>
                    <a:pt x="7291350" y="6806115"/>
                  </a:lnTo>
                  <a:lnTo>
                    <a:pt x="7224124" y="6858000"/>
                  </a:lnTo>
                  <a:lnTo>
                    <a:pt x="5607142" y="6858000"/>
                  </a:lnTo>
                  <a:lnTo>
                    <a:pt x="5736072" y="6801170"/>
                  </a:lnTo>
                  <a:cubicBezTo>
                    <a:pt x="6122313" y="6616106"/>
                    <a:pt x="6503069" y="6332805"/>
                    <a:pt x="6949826" y="5983707"/>
                  </a:cubicBezTo>
                  <a:cubicBezTo>
                    <a:pt x="7041094" y="5912378"/>
                    <a:pt x="7132358" y="5842426"/>
                    <a:pt x="7220703" y="5773675"/>
                  </a:cubicBezTo>
                  <a:close/>
                  <a:moveTo>
                    <a:pt x="7218419" y="0"/>
                  </a:moveTo>
                  <a:lnTo>
                    <a:pt x="7291350" y="0"/>
                  </a:lnTo>
                  <a:lnTo>
                    <a:pt x="7291350" y="50138"/>
                  </a:lnTo>
                  <a:close/>
                  <a:moveTo>
                    <a:pt x="1797607" y="0"/>
                  </a:moveTo>
                  <a:lnTo>
                    <a:pt x="3385676" y="0"/>
                  </a:lnTo>
                  <a:lnTo>
                    <a:pt x="3360567" y="11552"/>
                  </a:lnTo>
                  <a:cubicBezTo>
                    <a:pt x="2968013" y="202286"/>
                    <a:pt x="2600620" y="442170"/>
                    <a:pt x="2267395" y="725831"/>
                  </a:cubicBezTo>
                  <a:cubicBezTo>
                    <a:pt x="1824986" y="1104820"/>
                    <a:pt x="1477279" y="1536057"/>
                    <a:pt x="1234074" y="2007171"/>
                  </a:cubicBezTo>
                  <a:cubicBezTo>
                    <a:pt x="985368" y="2488770"/>
                    <a:pt x="859383" y="2990476"/>
                    <a:pt x="859383" y="3498372"/>
                  </a:cubicBezTo>
                  <a:cubicBezTo>
                    <a:pt x="859383" y="4010222"/>
                    <a:pt x="1060651" y="4308942"/>
                    <a:pt x="1479513" y="4883182"/>
                  </a:cubicBezTo>
                  <a:cubicBezTo>
                    <a:pt x="1580577" y="5021714"/>
                    <a:pt x="1685078" y="5164888"/>
                    <a:pt x="1791985" y="5322671"/>
                  </a:cubicBezTo>
                  <a:cubicBezTo>
                    <a:pt x="2283419" y="6046950"/>
                    <a:pt x="2796809" y="6521439"/>
                    <a:pt x="3397295" y="6784567"/>
                  </a:cubicBezTo>
                  <a:lnTo>
                    <a:pt x="3590446" y="6858000"/>
                  </a:lnTo>
                  <a:lnTo>
                    <a:pt x="1970757" y="6858000"/>
                  </a:lnTo>
                  <a:lnTo>
                    <a:pt x="1735872" y="6627685"/>
                  </a:lnTo>
                  <a:cubicBezTo>
                    <a:pt x="1502484" y="6382823"/>
                    <a:pt x="1285774" y="6107254"/>
                    <a:pt x="1080932" y="5805127"/>
                  </a:cubicBezTo>
                  <a:cubicBezTo>
                    <a:pt x="556365" y="5032027"/>
                    <a:pt x="0" y="4501616"/>
                    <a:pt x="0" y="3498372"/>
                  </a:cubicBezTo>
                  <a:cubicBezTo>
                    <a:pt x="0" y="2160829"/>
                    <a:pt x="685186" y="949872"/>
                    <a:pt x="1708174" y="7330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0DF88B0-FA8A-47F5-8EAC-1880B1A51B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22894" y="-5799"/>
              <a:ext cx="7269107" cy="6858000"/>
            </a:xfrm>
            <a:custGeom>
              <a:avLst/>
              <a:gdLst>
                <a:gd name="connsiteX0" fmla="*/ 7269107 w 7269107"/>
                <a:gd name="connsiteY0" fmla="*/ 5518449 h 6858000"/>
                <a:gd name="connsiteX1" fmla="*/ 7269107 w 7269107"/>
                <a:gd name="connsiteY1" fmla="*/ 6823281 h 6858000"/>
                <a:gd name="connsiteX2" fmla="*/ 7224122 w 7269107"/>
                <a:gd name="connsiteY2" fmla="*/ 6858000 h 6858000"/>
                <a:gd name="connsiteX3" fmla="*/ 4927054 w 7269107"/>
                <a:gd name="connsiteY3" fmla="*/ 6858000 h 6858000"/>
                <a:gd name="connsiteX4" fmla="*/ 4982167 w 7269107"/>
                <a:gd name="connsiteY4" fmla="*/ 6852876 h 6858000"/>
                <a:gd name="connsiteX5" fmla="*/ 5743768 w 7269107"/>
                <a:gd name="connsiteY5" fmla="*/ 6606245 h 6858000"/>
                <a:gd name="connsiteX6" fmla="*/ 6843778 w 7269107"/>
                <a:gd name="connsiteY6" fmla="*/ 5848440 h 6858000"/>
                <a:gd name="connsiteX7" fmla="*/ 7115515 w 7269107"/>
                <a:gd name="connsiteY7" fmla="*/ 5637891 h 6858000"/>
                <a:gd name="connsiteX8" fmla="*/ 6870111 w 7269107"/>
                <a:gd name="connsiteY8" fmla="*/ 0 h 6858000"/>
                <a:gd name="connsiteX9" fmla="*/ 7269107 w 7269107"/>
                <a:gd name="connsiteY9" fmla="*/ 0 h 6858000"/>
                <a:gd name="connsiteX10" fmla="*/ 7269107 w 7269107"/>
                <a:gd name="connsiteY10" fmla="*/ 243137 h 6858000"/>
                <a:gd name="connsiteX11" fmla="*/ 7089989 w 7269107"/>
                <a:gd name="connsiteY11" fmla="*/ 119955 h 6858000"/>
                <a:gd name="connsiteX12" fmla="*/ 6952948 w 7269107"/>
                <a:gd name="connsiteY12" fmla="*/ 41521 h 6858000"/>
                <a:gd name="connsiteX13" fmla="*/ 1797606 w 7269107"/>
                <a:gd name="connsiteY13" fmla="*/ 0 h 6858000"/>
                <a:gd name="connsiteX14" fmla="*/ 3815328 w 7269107"/>
                <a:gd name="connsiteY14" fmla="*/ 0 h 6858000"/>
                <a:gd name="connsiteX15" fmla="*/ 3627371 w 7269107"/>
                <a:gd name="connsiteY15" fmla="*/ 77142 h 6858000"/>
                <a:gd name="connsiteX16" fmla="*/ 2379115 w 7269107"/>
                <a:gd name="connsiteY16" fmla="*/ 856285 h 6858000"/>
                <a:gd name="connsiteX17" fmla="*/ 1386699 w 7269107"/>
                <a:gd name="connsiteY17" fmla="*/ 2086062 h 6858000"/>
                <a:gd name="connsiteX18" fmla="*/ 1031258 w 7269107"/>
                <a:gd name="connsiteY18" fmla="*/ 3498372 h 6858000"/>
                <a:gd name="connsiteX19" fmla="*/ 1618904 w 7269107"/>
                <a:gd name="connsiteY19" fmla="*/ 4781604 h 6858000"/>
                <a:gd name="connsiteX20" fmla="*/ 1934812 w 7269107"/>
                <a:gd name="connsiteY20" fmla="*/ 5225904 h 6858000"/>
                <a:gd name="connsiteX21" fmla="*/ 3140010 w 7269107"/>
                <a:gd name="connsiteY21" fmla="*/ 6456196 h 6858000"/>
                <a:gd name="connsiteX22" fmla="*/ 4281662 w 7269107"/>
                <a:gd name="connsiteY22" fmla="*/ 6843305 h 6858000"/>
                <a:gd name="connsiteX23" fmla="*/ 4449058 w 7269107"/>
                <a:gd name="connsiteY23" fmla="*/ 6858000 h 6858000"/>
                <a:gd name="connsiteX24" fmla="*/ 1970756 w 7269107"/>
                <a:gd name="connsiteY24" fmla="*/ 6858000 h 6858000"/>
                <a:gd name="connsiteX25" fmla="*/ 1735871 w 7269107"/>
                <a:gd name="connsiteY25" fmla="*/ 6627685 h 6858000"/>
                <a:gd name="connsiteX26" fmla="*/ 1080930 w 7269107"/>
                <a:gd name="connsiteY26" fmla="*/ 5805127 h 6858000"/>
                <a:gd name="connsiteX27" fmla="*/ 0 w 7269107"/>
                <a:gd name="connsiteY27" fmla="*/ 3498372 h 6858000"/>
                <a:gd name="connsiteX28" fmla="*/ 1708172 w 7269107"/>
                <a:gd name="connsiteY28" fmla="*/ 7330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269107" h="6858000">
                  <a:moveTo>
                    <a:pt x="7269107" y="5518449"/>
                  </a:moveTo>
                  <a:lnTo>
                    <a:pt x="7269107" y="6823281"/>
                  </a:lnTo>
                  <a:lnTo>
                    <a:pt x="7224122" y="6858000"/>
                  </a:lnTo>
                  <a:lnTo>
                    <a:pt x="4927054" y="6858000"/>
                  </a:lnTo>
                  <a:lnTo>
                    <a:pt x="4982167" y="6852876"/>
                  </a:lnTo>
                  <a:cubicBezTo>
                    <a:pt x="5236517" y="6821036"/>
                    <a:pt x="5483373" y="6740566"/>
                    <a:pt x="5743768" y="6606245"/>
                  </a:cubicBezTo>
                  <a:cubicBezTo>
                    <a:pt x="6099551" y="6422337"/>
                    <a:pt x="6452586" y="6154209"/>
                    <a:pt x="6843778" y="5848440"/>
                  </a:cubicBezTo>
                  <a:cubicBezTo>
                    <a:pt x="6935559" y="5776768"/>
                    <a:pt x="7026997" y="5706642"/>
                    <a:pt x="7115515" y="5637891"/>
                  </a:cubicBezTo>
                  <a:close/>
                  <a:moveTo>
                    <a:pt x="6870111" y="0"/>
                  </a:moveTo>
                  <a:lnTo>
                    <a:pt x="7269107" y="0"/>
                  </a:lnTo>
                  <a:lnTo>
                    <a:pt x="7269107" y="243137"/>
                  </a:lnTo>
                  <a:lnTo>
                    <a:pt x="7089989" y="119955"/>
                  </a:lnTo>
                  <a:cubicBezTo>
                    <a:pt x="7045081" y="92581"/>
                    <a:pt x="6999384" y="66425"/>
                    <a:pt x="6952948" y="41521"/>
                  </a:cubicBezTo>
                  <a:close/>
                  <a:moveTo>
                    <a:pt x="1797606" y="0"/>
                  </a:moveTo>
                  <a:lnTo>
                    <a:pt x="3815328" y="0"/>
                  </a:lnTo>
                  <a:lnTo>
                    <a:pt x="3627371" y="77142"/>
                  </a:lnTo>
                  <a:cubicBezTo>
                    <a:pt x="3175548" y="273822"/>
                    <a:pt x="2754868" y="536281"/>
                    <a:pt x="2379115" y="856285"/>
                  </a:cubicBezTo>
                  <a:cubicBezTo>
                    <a:pt x="1959736" y="1215679"/>
                    <a:pt x="1616497" y="1640901"/>
                    <a:pt x="1386699" y="2086062"/>
                  </a:cubicBezTo>
                  <a:cubicBezTo>
                    <a:pt x="1151572" y="2543083"/>
                    <a:pt x="1031258" y="3018150"/>
                    <a:pt x="1031258" y="3498372"/>
                  </a:cubicBezTo>
                  <a:cubicBezTo>
                    <a:pt x="1031258" y="3957455"/>
                    <a:pt x="1211213" y="4223692"/>
                    <a:pt x="1618904" y="4781604"/>
                  </a:cubicBezTo>
                  <a:cubicBezTo>
                    <a:pt x="1720826" y="4921339"/>
                    <a:pt x="1826186" y="5065887"/>
                    <a:pt x="1934812" y="5225904"/>
                  </a:cubicBezTo>
                  <a:cubicBezTo>
                    <a:pt x="2318957" y="5792064"/>
                    <a:pt x="2713069" y="6194600"/>
                    <a:pt x="3140010" y="6456196"/>
                  </a:cubicBezTo>
                  <a:cubicBezTo>
                    <a:pt x="3479423" y="6664512"/>
                    <a:pt x="3855769" y="6792387"/>
                    <a:pt x="4281662" y="6843305"/>
                  </a:cubicBezTo>
                  <a:lnTo>
                    <a:pt x="4449058" y="6858000"/>
                  </a:lnTo>
                  <a:lnTo>
                    <a:pt x="1970756" y="6858000"/>
                  </a:lnTo>
                  <a:lnTo>
                    <a:pt x="1735871" y="6627685"/>
                  </a:lnTo>
                  <a:cubicBezTo>
                    <a:pt x="1502482" y="6382823"/>
                    <a:pt x="1285773" y="6107254"/>
                    <a:pt x="1080930" y="5805127"/>
                  </a:cubicBezTo>
                  <a:cubicBezTo>
                    <a:pt x="556364" y="5032027"/>
                    <a:pt x="0" y="4501616"/>
                    <a:pt x="0" y="3498372"/>
                  </a:cubicBezTo>
                  <a:cubicBezTo>
                    <a:pt x="0" y="2160829"/>
                    <a:pt x="685185" y="949872"/>
                    <a:pt x="1708172" y="7330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41C2D-151E-40C5-0BA0-745AF260F4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2812" y="1032987"/>
            <a:ext cx="4919108" cy="4792027"/>
          </a:xfrm>
        </p:spPr>
        <p:txBody>
          <a:bodyPr anchor="ctr">
            <a:normAutofit/>
          </a:bodyPr>
          <a:lstStyle/>
          <a:p>
            <a:r>
              <a:rPr lang="en-US" sz="2000">
                <a:solidFill>
                  <a:schemeClr val="tx2"/>
                </a:solidFill>
              </a:rPr>
              <a:t>Live dashboard metrics</a:t>
            </a:r>
          </a:p>
          <a:p>
            <a:r>
              <a:rPr lang="en-US" sz="2000">
                <a:solidFill>
                  <a:schemeClr val="tx2"/>
                </a:solidFill>
              </a:rPr>
              <a:t>Weekly meeting schedule view</a:t>
            </a:r>
          </a:p>
          <a:p>
            <a:r>
              <a:rPr lang="en-US" sz="2000">
                <a:solidFill>
                  <a:schemeClr val="tx2"/>
                </a:solidFill>
              </a:rPr>
              <a:t>Role-based access (admin vs. staff)</a:t>
            </a:r>
          </a:p>
          <a:p>
            <a:r>
              <a:rPr lang="en-US" sz="2000">
                <a:solidFill>
                  <a:schemeClr val="tx2"/>
                </a:solidFill>
              </a:rPr>
              <a:t>Change request system</a:t>
            </a:r>
          </a:p>
          <a:p>
            <a:r>
              <a:rPr lang="en-US" sz="2000">
                <a:solidFill>
                  <a:schemeClr val="tx2"/>
                </a:solidFill>
              </a:rPr>
              <a:t>Feedback form integration</a:t>
            </a:r>
          </a:p>
        </p:txBody>
      </p:sp>
    </p:spTree>
    <p:extLst>
      <p:ext uri="{BB962C8B-B14F-4D97-AF65-F5344CB8AC3E}">
        <p14:creationId xmlns:p14="http://schemas.microsoft.com/office/powerpoint/2010/main" val="989045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CD769EC-4B16-1F94-ED6F-A1705DF7E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Automation Workflows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FB43E-F045-E34F-F598-889AE9002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en-US" sz="1800">
                <a:solidFill>
                  <a:schemeClr val="tx2"/>
                </a:solidFill>
              </a:rPr>
              <a:t>WF1: Auto-create Google Calendar events</a:t>
            </a:r>
          </a:p>
          <a:p>
            <a:r>
              <a:rPr lang="en-US" sz="1800">
                <a:solidFill>
                  <a:schemeClr val="tx2"/>
                </a:solidFill>
              </a:rPr>
              <a:t>WF5: Weekly meeting instance generator</a:t>
            </a:r>
          </a:p>
          <a:p>
            <a:r>
              <a:rPr lang="en-US" sz="1800">
                <a:solidFill>
                  <a:schemeClr val="tx2"/>
                </a:solidFill>
              </a:rPr>
              <a:t>WF9: Approval workflow via email</a:t>
            </a:r>
          </a:p>
          <a:p>
            <a:r>
              <a:rPr lang="en-US" sz="1800">
                <a:solidFill>
                  <a:schemeClr val="tx2"/>
                </a:solidFill>
              </a:rPr>
              <a:t>Fully tested end-to-end</a:t>
            </a:r>
          </a:p>
        </p:txBody>
      </p:sp>
    </p:spTree>
    <p:extLst>
      <p:ext uri="{BB962C8B-B14F-4D97-AF65-F5344CB8AC3E}">
        <p14:creationId xmlns:p14="http://schemas.microsoft.com/office/powerpoint/2010/main" val="82585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F75AD06-DFC4-4B3A-8490-330823D08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587C93-0840-40DF-96D5-D1F2137E64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AE1C15-4346-24FF-7591-5E6E3FC47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401859"/>
            <a:ext cx="4130185" cy="4054282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Approval Workflow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02D55A-F529-4B19-BAF9-F63240A7B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3839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0367E3C-3947-493D-9458-5955DB20AE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E8D9785-21DB-4CE6-B138-2999AD6161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3AA5AD5-8F29-4165-8112-305DDDDDD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4EC0CF-F38F-4D7F-B48D-9A26E814DF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AFC0B-285D-51A5-8B60-523668493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800" y="1553134"/>
            <a:ext cx="6128539" cy="3751732"/>
          </a:xfrm>
        </p:spPr>
        <p:txBody>
          <a:bodyPr anchor="ctr">
            <a:normAutofit/>
          </a:bodyPr>
          <a:lstStyle/>
          <a:p>
            <a:r>
              <a:rPr lang="en-US" sz="1800">
                <a:solidFill>
                  <a:schemeClr val="tx2"/>
                </a:solidFill>
              </a:rPr>
              <a:t>User submits change request</a:t>
            </a:r>
          </a:p>
          <a:p>
            <a:r>
              <a:rPr lang="en-US" sz="1800">
                <a:solidFill>
                  <a:schemeClr val="tx2"/>
                </a:solidFill>
              </a:rPr>
              <a:t>Admin receives email</a:t>
            </a:r>
          </a:p>
          <a:p>
            <a:r>
              <a:rPr lang="en-US" sz="1800">
                <a:solidFill>
                  <a:schemeClr val="tx2"/>
                </a:solidFill>
              </a:rPr>
              <a:t>Click Approval/Reject</a:t>
            </a:r>
          </a:p>
          <a:p>
            <a:r>
              <a:rPr lang="en-US" sz="1800">
                <a:solidFill>
                  <a:schemeClr val="tx2"/>
                </a:solidFill>
              </a:rPr>
              <a:t>System updates automatically</a:t>
            </a:r>
          </a:p>
          <a:p>
            <a:r>
              <a:rPr lang="en-US" sz="1800">
                <a:solidFill>
                  <a:schemeClr val="tx2"/>
                </a:solidFill>
              </a:rPr>
              <a:t>Notifications sent to user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7A3A52F-BCB3-444D-9372-EE018B135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8535970" y="4114799"/>
            <a:ext cx="3655725" cy="2743201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1E32C13-DED6-4967-85B8-68DD77103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8DDA515-BC6A-47FB-951E-E1E7928750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97EEFA7-6787-4EC0-8284-6D3D273061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A9621AC-50AB-4B43-896D-78FE571A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72094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F75AD06-DFC4-4B3A-8490-330823D08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587C93-0840-40DF-96D5-D1F2137E64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3E774-2291-F9B6-ECA7-EA5ACFC17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401859"/>
            <a:ext cx="4130185" cy="4054282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Technical Challenges	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02D55A-F529-4B19-BAF9-F63240A7B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3839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0367E3C-3947-493D-9458-5955DB20AE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E8D9785-21DB-4CE6-B138-2999AD6161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3AA5AD5-8F29-4165-8112-305DDDDDD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4EC0CF-F38F-4D7F-B48D-9A26E814DF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AB3FF-BEA5-DABF-4DB9-7808EBC54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800" y="1553134"/>
            <a:ext cx="6128539" cy="3751732"/>
          </a:xfrm>
        </p:spPr>
        <p:txBody>
          <a:bodyPr anchor="ctr">
            <a:normAutofit/>
          </a:bodyPr>
          <a:lstStyle/>
          <a:p>
            <a:r>
              <a:rPr lang="en-US" sz="1800">
                <a:solidFill>
                  <a:schemeClr val="tx2"/>
                </a:solidFill>
              </a:rPr>
              <a:t>Baserow Limitations:</a:t>
            </a:r>
          </a:p>
          <a:p>
            <a:pPr lvl="1"/>
            <a:r>
              <a:rPr lang="en-US" sz="1800">
                <a:solidFill>
                  <a:schemeClr val="tx2"/>
                </a:solidFill>
              </a:rPr>
              <a:t>No custom CSS/JS</a:t>
            </a:r>
          </a:p>
          <a:p>
            <a:pPr lvl="1"/>
            <a:r>
              <a:rPr lang="en-US" sz="1800">
                <a:solidFill>
                  <a:schemeClr val="tx2"/>
                </a:solidFill>
              </a:rPr>
              <a:t>Limited UI components</a:t>
            </a:r>
          </a:p>
          <a:p>
            <a:r>
              <a:rPr lang="en-US" sz="1800">
                <a:solidFill>
                  <a:schemeClr val="tx2"/>
                </a:solidFill>
              </a:rPr>
              <a:t>Formula issues:</a:t>
            </a:r>
          </a:p>
          <a:p>
            <a:pPr lvl="1"/>
            <a:r>
              <a:rPr lang="en-US" sz="1800">
                <a:solidFill>
                  <a:schemeClr val="tx2"/>
                </a:solidFill>
              </a:rPr>
              <a:t>“[object Object]” bug</a:t>
            </a:r>
          </a:p>
          <a:p>
            <a:r>
              <a:rPr lang="en-US" sz="1800">
                <a:solidFill>
                  <a:schemeClr val="tx2"/>
                </a:solidFill>
              </a:rPr>
              <a:t>API undocumented behaviors</a:t>
            </a:r>
          </a:p>
          <a:p>
            <a:r>
              <a:rPr lang="en-US" sz="1800">
                <a:solidFill>
                  <a:schemeClr val="tx2"/>
                </a:solidFill>
              </a:rPr>
              <a:t>Required trial-and-error debugging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7A3A52F-BCB3-444D-9372-EE018B135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8535970" y="4114799"/>
            <a:ext cx="3655725" cy="2743201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1E32C13-DED6-4967-85B8-68DD77103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8DDA515-BC6A-47FB-951E-E1E7928750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97EEFA7-6787-4EC0-8284-6D3D273061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A9621AC-50AB-4B43-896D-78FE571A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59814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9AEBF8-D667-0AEE-CA60-18931E5F8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Unfinished Work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A6553F3-C622-2593-66BC-9E0BE77843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7243510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51462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AEBF6A2-D46C-6156-4385-8DE4CEEA8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Achievements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27A8F-CB1C-5CDF-5079-F810BACD5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en-US" sz="1800">
                <a:solidFill>
                  <a:schemeClr val="tx2"/>
                </a:solidFill>
              </a:rPr>
              <a:t>Full CRM system working</a:t>
            </a:r>
          </a:p>
          <a:p>
            <a:r>
              <a:rPr lang="en-US" sz="1800">
                <a:solidFill>
                  <a:schemeClr val="tx2"/>
                </a:solidFill>
              </a:rPr>
              <a:t>Automation pipeline functional</a:t>
            </a:r>
          </a:p>
          <a:p>
            <a:r>
              <a:rPr lang="en-US" sz="1800">
                <a:solidFill>
                  <a:schemeClr val="tx2"/>
                </a:solidFill>
              </a:rPr>
              <a:t>End-to-end testing completed</a:t>
            </a:r>
          </a:p>
          <a:p>
            <a:r>
              <a:rPr lang="en-US" sz="1800">
                <a:solidFill>
                  <a:schemeClr val="tx2"/>
                </a:solidFill>
              </a:rPr>
              <a:t>Scalable and reproducible setup</a:t>
            </a:r>
          </a:p>
        </p:txBody>
      </p:sp>
    </p:spTree>
    <p:extLst>
      <p:ext uri="{BB962C8B-B14F-4D97-AF65-F5344CB8AC3E}">
        <p14:creationId xmlns:p14="http://schemas.microsoft.com/office/powerpoint/2010/main" val="2069128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0A0D747-F38B-4A99-9985-62CE8C247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D1BF32B-6CA3-4695-8A0C-1AC789B58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5277870" cy="6858000"/>
          </a:xfrm>
          <a:custGeom>
            <a:avLst/>
            <a:gdLst>
              <a:gd name="connsiteX0" fmla="*/ 643741 w 5434004"/>
              <a:gd name="connsiteY0" fmla="*/ 0 h 6858000"/>
              <a:gd name="connsiteX1" fmla="*/ 5434004 w 5434004"/>
              <a:gd name="connsiteY1" fmla="*/ 0 h 6858000"/>
              <a:gd name="connsiteX2" fmla="*/ 5434004 w 5434004"/>
              <a:gd name="connsiteY2" fmla="*/ 6858000 h 6858000"/>
              <a:gd name="connsiteX3" fmla="*/ 0 w 5434004"/>
              <a:gd name="connsiteY3" fmla="*/ 6858000 h 6858000"/>
              <a:gd name="connsiteX4" fmla="*/ 0 w 5434004"/>
              <a:gd name="connsiteY4" fmla="*/ 6857998 h 6858000"/>
              <a:gd name="connsiteX5" fmla="*/ 1049407 w 5434004"/>
              <a:gd name="connsiteY5" fmla="*/ 6857998 h 6858000"/>
              <a:gd name="connsiteX6" fmla="*/ 1033092 w 5434004"/>
              <a:gd name="connsiteY6" fmla="*/ 6843615 h 6858000"/>
              <a:gd name="connsiteX7" fmla="*/ 1004585 w 5434004"/>
              <a:gd name="connsiteY7" fmla="*/ 6800899 h 6858000"/>
              <a:gd name="connsiteX8" fmla="*/ 984086 w 5434004"/>
              <a:gd name="connsiteY8" fmla="*/ 6765441 h 6858000"/>
              <a:gd name="connsiteX9" fmla="*/ 955964 w 5434004"/>
              <a:gd name="connsiteY9" fmla="*/ 6739541 h 6858000"/>
              <a:gd name="connsiteX10" fmla="*/ 945820 w 5434004"/>
              <a:gd name="connsiteY10" fmla="*/ 6673829 h 6858000"/>
              <a:gd name="connsiteX11" fmla="*/ 921540 w 5434004"/>
              <a:gd name="connsiteY11" fmla="*/ 6620155 h 6858000"/>
              <a:gd name="connsiteX12" fmla="*/ 876436 w 5434004"/>
              <a:gd name="connsiteY12" fmla="*/ 6610437 h 6858000"/>
              <a:gd name="connsiteX13" fmla="*/ 876973 w 5434004"/>
              <a:gd name="connsiteY13" fmla="*/ 6596307 h 6858000"/>
              <a:gd name="connsiteX14" fmla="*/ 893782 w 5434004"/>
              <a:gd name="connsiteY14" fmla="*/ 6536039 h 6858000"/>
              <a:gd name="connsiteX15" fmla="*/ 830281 w 5434004"/>
              <a:gd name="connsiteY15" fmla="*/ 6239239 h 6858000"/>
              <a:gd name="connsiteX16" fmla="*/ 816373 w 5434004"/>
              <a:gd name="connsiteY16" fmla="*/ 6116986 h 6858000"/>
              <a:gd name="connsiteX17" fmla="*/ 788606 w 5434004"/>
              <a:gd name="connsiteY17" fmla="*/ 5895434 h 6858000"/>
              <a:gd name="connsiteX18" fmla="*/ 762315 w 5434004"/>
              <a:gd name="connsiteY18" fmla="*/ 5848019 h 6858000"/>
              <a:gd name="connsiteX19" fmla="*/ 714842 w 5434004"/>
              <a:gd name="connsiteY19" fmla="*/ 5722306 h 6858000"/>
              <a:gd name="connsiteX20" fmla="*/ 679500 w 5434004"/>
              <a:gd name="connsiteY20" fmla="*/ 5528085 h 6858000"/>
              <a:gd name="connsiteX21" fmla="*/ 660956 w 5434004"/>
              <a:gd name="connsiteY21" fmla="*/ 5506768 h 6858000"/>
              <a:gd name="connsiteX22" fmla="*/ 642957 w 5434004"/>
              <a:gd name="connsiteY22" fmla="*/ 5473318 h 6858000"/>
              <a:gd name="connsiteX23" fmla="*/ 602099 w 5434004"/>
              <a:gd name="connsiteY23" fmla="*/ 5418521 h 6858000"/>
              <a:gd name="connsiteX24" fmla="*/ 563009 w 5434004"/>
              <a:gd name="connsiteY24" fmla="*/ 5337536 h 6858000"/>
              <a:gd name="connsiteX25" fmla="*/ 584675 w 5434004"/>
              <a:gd name="connsiteY25" fmla="*/ 5255190 h 6858000"/>
              <a:gd name="connsiteX26" fmla="*/ 564878 w 5434004"/>
              <a:gd name="connsiteY26" fmla="*/ 5208171 h 6858000"/>
              <a:gd name="connsiteX27" fmla="*/ 540145 w 5434004"/>
              <a:gd name="connsiteY27" fmla="*/ 4993731 h 6858000"/>
              <a:gd name="connsiteX28" fmla="*/ 512099 w 5434004"/>
              <a:gd name="connsiteY28" fmla="*/ 4896399 h 6858000"/>
              <a:gd name="connsiteX29" fmla="*/ 482378 w 5434004"/>
              <a:gd name="connsiteY29" fmla="*/ 4838613 h 6858000"/>
              <a:gd name="connsiteX30" fmla="*/ 468676 w 5434004"/>
              <a:gd name="connsiteY30" fmla="*/ 4796522 h 6858000"/>
              <a:gd name="connsiteX31" fmla="*/ 430881 w 5434004"/>
              <a:gd name="connsiteY31" fmla="*/ 4672370 h 6858000"/>
              <a:gd name="connsiteX32" fmla="*/ 415292 w 5434004"/>
              <a:gd name="connsiteY32" fmla="*/ 4634253 h 6858000"/>
              <a:gd name="connsiteX33" fmla="*/ 348919 w 5434004"/>
              <a:gd name="connsiteY33" fmla="*/ 4549232 h 6858000"/>
              <a:gd name="connsiteX34" fmla="*/ 292438 w 5434004"/>
              <a:gd name="connsiteY34" fmla="*/ 4479912 h 6858000"/>
              <a:gd name="connsiteX35" fmla="*/ 283567 w 5434004"/>
              <a:gd name="connsiteY35" fmla="*/ 4376609 h 6858000"/>
              <a:gd name="connsiteX36" fmla="*/ 247018 w 5434004"/>
              <a:gd name="connsiteY36" fmla="*/ 4280257 h 6858000"/>
              <a:gd name="connsiteX37" fmla="*/ 243154 w 5434004"/>
              <a:gd name="connsiteY37" fmla="*/ 4208492 h 6858000"/>
              <a:gd name="connsiteX38" fmla="*/ 267243 w 5434004"/>
              <a:gd name="connsiteY38" fmla="*/ 4120636 h 6858000"/>
              <a:gd name="connsiteX39" fmla="*/ 274676 w 5434004"/>
              <a:gd name="connsiteY39" fmla="*/ 4116556 h 6858000"/>
              <a:gd name="connsiteX40" fmla="*/ 274016 w 5434004"/>
              <a:gd name="connsiteY40" fmla="*/ 4109625 h 6858000"/>
              <a:gd name="connsiteX41" fmla="*/ 266711 w 5434004"/>
              <a:gd name="connsiteY41" fmla="*/ 4105624 h 6858000"/>
              <a:gd name="connsiteX42" fmla="*/ 267360 w 5434004"/>
              <a:gd name="connsiteY42" fmla="*/ 4051441 h 6858000"/>
              <a:gd name="connsiteX43" fmla="*/ 280863 w 5434004"/>
              <a:gd name="connsiteY43" fmla="*/ 3988494 h 6858000"/>
              <a:gd name="connsiteX44" fmla="*/ 254473 w 5434004"/>
              <a:gd name="connsiteY44" fmla="*/ 3926485 h 6858000"/>
              <a:gd name="connsiteX45" fmla="*/ 238942 w 5434004"/>
              <a:gd name="connsiteY45" fmla="*/ 3857057 h 6858000"/>
              <a:gd name="connsiteX46" fmla="*/ 229388 w 5434004"/>
              <a:gd name="connsiteY46" fmla="*/ 3815650 h 6858000"/>
              <a:gd name="connsiteX47" fmla="*/ 224025 w 5434004"/>
              <a:gd name="connsiteY47" fmla="*/ 3696745 h 6858000"/>
              <a:gd name="connsiteX48" fmla="*/ 242028 w 5434004"/>
              <a:gd name="connsiteY48" fmla="*/ 3477814 h 6858000"/>
              <a:gd name="connsiteX49" fmla="*/ 239663 w 5434004"/>
              <a:gd name="connsiteY49" fmla="*/ 3375354 h 6858000"/>
              <a:gd name="connsiteX50" fmla="*/ 242939 w 5434004"/>
              <a:gd name="connsiteY50" fmla="*/ 3235494 h 6858000"/>
              <a:gd name="connsiteX51" fmla="*/ 235466 w 5434004"/>
              <a:gd name="connsiteY51" fmla="*/ 3111896 h 6858000"/>
              <a:gd name="connsiteX52" fmla="*/ 225859 w 5434004"/>
              <a:gd name="connsiteY52" fmla="*/ 3061665 h 6858000"/>
              <a:gd name="connsiteX53" fmla="*/ 214543 w 5434004"/>
              <a:gd name="connsiteY53" fmla="*/ 3026187 h 6858000"/>
              <a:gd name="connsiteX54" fmla="*/ 209002 w 5434004"/>
              <a:gd name="connsiteY54" fmla="*/ 2930097 h 6858000"/>
              <a:gd name="connsiteX55" fmla="*/ 209539 w 5434004"/>
              <a:gd name="connsiteY55" fmla="*/ 2768399 h 6858000"/>
              <a:gd name="connsiteX56" fmla="*/ 207490 w 5434004"/>
              <a:gd name="connsiteY56" fmla="*/ 2734615 h 6858000"/>
              <a:gd name="connsiteX57" fmla="*/ 197130 w 5434004"/>
              <a:gd name="connsiteY57" fmla="*/ 2708116 h 6858000"/>
              <a:gd name="connsiteX58" fmla="*/ 187231 w 5434004"/>
              <a:gd name="connsiteY58" fmla="*/ 2704185 h 6858000"/>
              <a:gd name="connsiteX59" fmla="*/ 184723 w 5434004"/>
              <a:gd name="connsiteY59" fmla="*/ 2686011 h 6858000"/>
              <a:gd name="connsiteX60" fmla="*/ 169929 w 5434004"/>
              <a:gd name="connsiteY60" fmla="*/ 2656504 h 6858000"/>
              <a:gd name="connsiteX61" fmla="*/ 188242 w 5434004"/>
              <a:gd name="connsiteY61" fmla="*/ 2589493 h 6858000"/>
              <a:gd name="connsiteX62" fmla="*/ 189125 w 5434004"/>
              <a:gd name="connsiteY62" fmla="*/ 2457617 h 6858000"/>
              <a:gd name="connsiteX63" fmla="*/ 195205 w 5434004"/>
              <a:gd name="connsiteY63" fmla="*/ 2210817 h 6858000"/>
              <a:gd name="connsiteX64" fmla="*/ 175797 w 5434004"/>
              <a:gd name="connsiteY64" fmla="*/ 1901521 h 6858000"/>
              <a:gd name="connsiteX65" fmla="*/ 156134 w 5434004"/>
              <a:gd name="connsiteY65" fmla="*/ 1700722 h 6858000"/>
              <a:gd name="connsiteX66" fmla="*/ 174157 w 5434004"/>
              <a:gd name="connsiteY66" fmla="*/ 1661610 h 6858000"/>
              <a:gd name="connsiteX67" fmla="*/ 180802 w 5434004"/>
              <a:gd name="connsiteY67" fmla="*/ 1640073 h 6858000"/>
              <a:gd name="connsiteX68" fmla="*/ 179221 w 5434004"/>
              <a:gd name="connsiteY68" fmla="*/ 1637398 h 6858000"/>
              <a:gd name="connsiteX69" fmla="*/ 179826 w 5434004"/>
              <a:gd name="connsiteY69" fmla="*/ 1612248 h 6858000"/>
              <a:gd name="connsiteX70" fmla="*/ 198048 w 5434004"/>
              <a:gd name="connsiteY70" fmla="*/ 1498097 h 6858000"/>
              <a:gd name="connsiteX71" fmla="*/ 196329 w 5434004"/>
              <a:gd name="connsiteY71" fmla="*/ 1497364 h 6858000"/>
              <a:gd name="connsiteX72" fmla="*/ 193204 w 5434004"/>
              <a:gd name="connsiteY72" fmla="*/ 1490042 h 6858000"/>
              <a:gd name="connsiteX73" fmla="*/ 211154 w 5434004"/>
              <a:gd name="connsiteY73" fmla="*/ 1451416 h 6858000"/>
              <a:gd name="connsiteX74" fmla="*/ 247750 w 5434004"/>
              <a:gd name="connsiteY74" fmla="*/ 1281781 h 6858000"/>
              <a:gd name="connsiteX75" fmla="*/ 323114 w 5434004"/>
              <a:gd name="connsiteY75" fmla="*/ 1074754 h 6858000"/>
              <a:gd name="connsiteX76" fmla="*/ 357209 w 5434004"/>
              <a:gd name="connsiteY76" fmla="*/ 1019094 h 6858000"/>
              <a:gd name="connsiteX77" fmla="*/ 393176 w 5434004"/>
              <a:gd name="connsiteY77" fmla="*/ 938921 h 6858000"/>
              <a:gd name="connsiteX78" fmla="*/ 451503 w 5434004"/>
              <a:gd name="connsiteY78" fmla="*/ 815814 h 6858000"/>
              <a:gd name="connsiteX79" fmla="*/ 567587 w 5434004"/>
              <a:gd name="connsiteY79" fmla="*/ 584070 h 6858000"/>
              <a:gd name="connsiteX80" fmla="*/ 592609 w 5434004"/>
              <a:gd name="connsiteY80" fmla="*/ 461805 h 6858000"/>
              <a:gd name="connsiteX81" fmla="*/ 624563 w 5434004"/>
              <a:gd name="connsiteY81" fmla="*/ 360945 h 6858000"/>
              <a:gd name="connsiteX82" fmla="*/ 627056 w 5434004"/>
              <a:gd name="connsiteY82" fmla="*/ 226335 h 6858000"/>
              <a:gd name="connsiteX83" fmla="*/ 655851 w 5434004"/>
              <a:gd name="connsiteY83" fmla="*/ 51690 h 6858000"/>
              <a:gd name="connsiteX84" fmla="*/ 653984 w 5434004"/>
              <a:gd name="connsiteY84" fmla="*/ 22133 h 6858000"/>
              <a:gd name="connsiteX85" fmla="*/ 643279 w 5434004"/>
              <a:gd name="connsiteY85" fmla="*/ 1037 h 6858000"/>
              <a:gd name="connsiteX0" fmla="*/ 643741 w 5434004"/>
              <a:gd name="connsiteY0" fmla="*/ 0 h 6858000"/>
              <a:gd name="connsiteX1" fmla="*/ 5434004 w 5434004"/>
              <a:gd name="connsiteY1" fmla="*/ 0 h 6858000"/>
              <a:gd name="connsiteX2" fmla="*/ 5434004 w 5434004"/>
              <a:gd name="connsiteY2" fmla="*/ 6858000 h 6858000"/>
              <a:gd name="connsiteX3" fmla="*/ 0 w 5434004"/>
              <a:gd name="connsiteY3" fmla="*/ 6858000 h 6858000"/>
              <a:gd name="connsiteX4" fmla="*/ 1049407 w 5434004"/>
              <a:gd name="connsiteY4" fmla="*/ 6857998 h 6858000"/>
              <a:gd name="connsiteX5" fmla="*/ 1033092 w 5434004"/>
              <a:gd name="connsiteY5" fmla="*/ 6843615 h 6858000"/>
              <a:gd name="connsiteX6" fmla="*/ 1004585 w 5434004"/>
              <a:gd name="connsiteY6" fmla="*/ 6800899 h 6858000"/>
              <a:gd name="connsiteX7" fmla="*/ 984086 w 5434004"/>
              <a:gd name="connsiteY7" fmla="*/ 6765441 h 6858000"/>
              <a:gd name="connsiteX8" fmla="*/ 955964 w 5434004"/>
              <a:gd name="connsiteY8" fmla="*/ 6739541 h 6858000"/>
              <a:gd name="connsiteX9" fmla="*/ 945820 w 5434004"/>
              <a:gd name="connsiteY9" fmla="*/ 6673829 h 6858000"/>
              <a:gd name="connsiteX10" fmla="*/ 921540 w 5434004"/>
              <a:gd name="connsiteY10" fmla="*/ 6620155 h 6858000"/>
              <a:gd name="connsiteX11" fmla="*/ 876436 w 5434004"/>
              <a:gd name="connsiteY11" fmla="*/ 6610437 h 6858000"/>
              <a:gd name="connsiteX12" fmla="*/ 876973 w 5434004"/>
              <a:gd name="connsiteY12" fmla="*/ 6596307 h 6858000"/>
              <a:gd name="connsiteX13" fmla="*/ 893782 w 5434004"/>
              <a:gd name="connsiteY13" fmla="*/ 6536039 h 6858000"/>
              <a:gd name="connsiteX14" fmla="*/ 830281 w 5434004"/>
              <a:gd name="connsiteY14" fmla="*/ 6239239 h 6858000"/>
              <a:gd name="connsiteX15" fmla="*/ 816373 w 5434004"/>
              <a:gd name="connsiteY15" fmla="*/ 6116986 h 6858000"/>
              <a:gd name="connsiteX16" fmla="*/ 788606 w 5434004"/>
              <a:gd name="connsiteY16" fmla="*/ 5895434 h 6858000"/>
              <a:gd name="connsiteX17" fmla="*/ 762315 w 5434004"/>
              <a:gd name="connsiteY17" fmla="*/ 5848019 h 6858000"/>
              <a:gd name="connsiteX18" fmla="*/ 714842 w 5434004"/>
              <a:gd name="connsiteY18" fmla="*/ 5722306 h 6858000"/>
              <a:gd name="connsiteX19" fmla="*/ 679500 w 5434004"/>
              <a:gd name="connsiteY19" fmla="*/ 5528085 h 6858000"/>
              <a:gd name="connsiteX20" fmla="*/ 660956 w 5434004"/>
              <a:gd name="connsiteY20" fmla="*/ 5506768 h 6858000"/>
              <a:gd name="connsiteX21" fmla="*/ 642957 w 5434004"/>
              <a:gd name="connsiteY21" fmla="*/ 5473318 h 6858000"/>
              <a:gd name="connsiteX22" fmla="*/ 602099 w 5434004"/>
              <a:gd name="connsiteY22" fmla="*/ 5418521 h 6858000"/>
              <a:gd name="connsiteX23" fmla="*/ 563009 w 5434004"/>
              <a:gd name="connsiteY23" fmla="*/ 5337536 h 6858000"/>
              <a:gd name="connsiteX24" fmla="*/ 584675 w 5434004"/>
              <a:gd name="connsiteY24" fmla="*/ 5255190 h 6858000"/>
              <a:gd name="connsiteX25" fmla="*/ 564878 w 5434004"/>
              <a:gd name="connsiteY25" fmla="*/ 5208171 h 6858000"/>
              <a:gd name="connsiteX26" fmla="*/ 540145 w 5434004"/>
              <a:gd name="connsiteY26" fmla="*/ 4993731 h 6858000"/>
              <a:gd name="connsiteX27" fmla="*/ 512099 w 5434004"/>
              <a:gd name="connsiteY27" fmla="*/ 4896399 h 6858000"/>
              <a:gd name="connsiteX28" fmla="*/ 482378 w 5434004"/>
              <a:gd name="connsiteY28" fmla="*/ 4838613 h 6858000"/>
              <a:gd name="connsiteX29" fmla="*/ 468676 w 5434004"/>
              <a:gd name="connsiteY29" fmla="*/ 4796522 h 6858000"/>
              <a:gd name="connsiteX30" fmla="*/ 430881 w 5434004"/>
              <a:gd name="connsiteY30" fmla="*/ 4672370 h 6858000"/>
              <a:gd name="connsiteX31" fmla="*/ 415292 w 5434004"/>
              <a:gd name="connsiteY31" fmla="*/ 4634253 h 6858000"/>
              <a:gd name="connsiteX32" fmla="*/ 348919 w 5434004"/>
              <a:gd name="connsiteY32" fmla="*/ 4549232 h 6858000"/>
              <a:gd name="connsiteX33" fmla="*/ 292438 w 5434004"/>
              <a:gd name="connsiteY33" fmla="*/ 4479912 h 6858000"/>
              <a:gd name="connsiteX34" fmla="*/ 283567 w 5434004"/>
              <a:gd name="connsiteY34" fmla="*/ 4376609 h 6858000"/>
              <a:gd name="connsiteX35" fmla="*/ 247018 w 5434004"/>
              <a:gd name="connsiteY35" fmla="*/ 4280257 h 6858000"/>
              <a:gd name="connsiteX36" fmla="*/ 243154 w 5434004"/>
              <a:gd name="connsiteY36" fmla="*/ 4208492 h 6858000"/>
              <a:gd name="connsiteX37" fmla="*/ 267243 w 5434004"/>
              <a:gd name="connsiteY37" fmla="*/ 4120636 h 6858000"/>
              <a:gd name="connsiteX38" fmla="*/ 274676 w 5434004"/>
              <a:gd name="connsiteY38" fmla="*/ 4116556 h 6858000"/>
              <a:gd name="connsiteX39" fmla="*/ 274016 w 5434004"/>
              <a:gd name="connsiteY39" fmla="*/ 4109625 h 6858000"/>
              <a:gd name="connsiteX40" fmla="*/ 266711 w 5434004"/>
              <a:gd name="connsiteY40" fmla="*/ 4105624 h 6858000"/>
              <a:gd name="connsiteX41" fmla="*/ 267360 w 5434004"/>
              <a:gd name="connsiteY41" fmla="*/ 4051441 h 6858000"/>
              <a:gd name="connsiteX42" fmla="*/ 280863 w 5434004"/>
              <a:gd name="connsiteY42" fmla="*/ 3988494 h 6858000"/>
              <a:gd name="connsiteX43" fmla="*/ 254473 w 5434004"/>
              <a:gd name="connsiteY43" fmla="*/ 3926485 h 6858000"/>
              <a:gd name="connsiteX44" fmla="*/ 238942 w 5434004"/>
              <a:gd name="connsiteY44" fmla="*/ 3857057 h 6858000"/>
              <a:gd name="connsiteX45" fmla="*/ 229388 w 5434004"/>
              <a:gd name="connsiteY45" fmla="*/ 3815650 h 6858000"/>
              <a:gd name="connsiteX46" fmla="*/ 224025 w 5434004"/>
              <a:gd name="connsiteY46" fmla="*/ 3696745 h 6858000"/>
              <a:gd name="connsiteX47" fmla="*/ 242028 w 5434004"/>
              <a:gd name="connsiteY47" fmla="*/ 3477814 h 6858000"/>
              <a:gd name="connsiteX48" fmla="*/ 239663 w 5434004"/>
              <a:gd name="connsiteY48" fmla="*/ 3375354 h 6858000"/>
              <a:gd name="connsiteX49" fmla="*/ 242939 w 5434004"/>
              <a:gd name="connsiteY49" fmla="*/ 3235494 h 6858000"/>
              <a:gd name="connsiteX50" fmla="*/ 235466 w 5434004"/>
              <a:gd name="connsiteY50" fmla="*/ 3111896 h 6858000"/>
              <a:gd name="connsiteX51" fmla="*/ 225859 w 5434004"/>
              <a:gd name="connsiteY51" fmla="*/ 3061665 h 6858000"/>
              <a:gd name="connsiteX52" fmla="*/ 214543 w 5434004"/>
              <a:gd name="connsiteY52" fmla="*/ 3026187 h 6858000"/>
              <a:gd name="connsiteX53" fmla="*/ 209002 w 5434004"/>
              <a:gd name="connsiteY53" fmla="*/ 2930097 h 6858000"/>
              <a:gd name="connsiteX54" fmla="*/ 209539 w 5434004"/>
              <a:gd name="connsiteY54" fmla="*/ 2768399 h 6858000"/>
              <a:gd name="connsiteX55" fmla="*/ 207490 w 5434004"/>
              <a:gd name="connsiteY55" fmla="*/ 2734615 h 6858000"/>
              <a:gd name="connsiteX56" fmla="*/ 197130 w 5434004"/>
              <a:gd name="connsiteY56" fmla="*/ 2708116 h 6858000"/>
              <a:gd name="connsiteX57" fmla="*/ 187231 w 5434004"/>
              <a:gd name="connsiteY57" fmla="*/ 2704185 h 6858000"/>
              <a:gd name="connsiteX58" fmla="*/ 184723 w 5434004"/>
              <a:gd name="connsiteY58" fmla="*/ 2686011 h 6858000"/>
              <a:gd name="connsiteX59" fmla="*/ 169929 w 5434004"/>
              <a:gd name="connsiteY59" fmla="*/ 2656504 h 6858000"/>
              <a:gd name="connsiteX60" fmla="*/ 188242 w 5434004"/>
              <a:gd name="connsiteY60" fmla="*/ 2589493 h 6858000"/>
              <a:gd name="connsiteX61" fmla="*/ 189125 w 5434004"/>
              <a:gd name="connsiteY61" fmla="*/ 2457617 h 6858000"/>
              <a:gd name="connsiteX62" fmla="*/ 195205 w 5434004"/>
              <a:gd name="connsiteY62" fmla="*/ 2210817 h 6858000"/>
              <a:gd name="connsiteX63" fmla="*/ 175797 w 5434004"/>
              <a:gd name="connsiteY63" fmla="*/ 1901521 h 6858000"/>
              <a:gd name="connsiteX64" fmla="*/ 156134 w 5434004"/>
              <a:gd name="connsiteY64" fmla="*/ 1700722 h 6858000"/>
              <a:gd name="connsiteX65" fmla="*/ 174157 w 5434004"/>
              <a:gd name="connsiteY65" fmla="*/ 1661610 h 6858000"/>
              <a:gd name="connsiteX66" fmla="*/ 180802 w 5434004"/>
              <a:gd name="connsiteY66" fmla="*/ 1640073 h 6858000"/>
              <a:gd name="connsiteX67" fmla="*/ 179221 w 5434004"/>
              <a:gd name="connsiteY67" fmla="*/ 1637398 h 6858000"/>
              <a:gd name="connsiteX68" fmla="*/ 179826 w 5434004"/>
              <a:gd name="connsiteY68" fmla="*/ 1612248 h 6858000"/>
              <a:gd name="connsiteX69" fmla="*/ 198048 w 5434004"/>
              <a:gd name="connsiteY69" fmla="*/ 1498097 h 6858000"/>
              <a:gd name="connsiteX70" fmla="*/ 196329 w 5434004"/>
              <a:gd name="connsiteY70" fmla="*/ 1497364 h 6858000"/>
              <a:gd name="connsiteX71" fmla="*/ 193204 w 5434004"/>
              <a:gd name="connsiteY71" fmla="*/ 1490042 h 6858000"/>
              <a:gd name="connsiteX72" fmla="*/ 211154 w 5434004"/>
              <a:gd name="connsiteY72" fmla="*/ 1451416 h 6858000"/>
              <a:gd name="connsiteX73" fmla="*/ 247750 w 5434004"/>
              <a:gd name="connsiteY73" fmla="*/ 1281781 h 6858000"/>
              <a:gd name="connsiteX74" fmla="*/ 323114 w 5434004"/>
              <a:gd name="connsiteY74" fmla="*/ 1074754 h 6858000"/>
              <a:gd name="connsiteX75" fmla="*/ 357209 w 5434004"/>
              <a:gd name="connsiteY75" fmla="*/ 1019094 h 6858000"/>
              <a:gd name="connsiteX76" fmla="*/ 393176 w 5434004"/>
              <a:gd name="connsiteY76" fmla="*/ 938921 h 6858000"/>
              <a:gd name="connsiteX77" fmla="*/ 451503 w 5434004"/>
              <a:gd name="connsiteY77" fmla="*/ 815814 h 6858000"/>
              <a:gd name="connsiteX78" fmla="*/ 567587 w 5434004"/>
              <a:gd name="connsiteY78" fmla="*/ 584070 h 6858000"/>
              <a:gd name="connsiteX79" fmla="*/ 592609 w 5434004"/>
              <a:gd name="connsiteY79" fmla="*/ 461805 h 6858000"/>
              <a:gd name="connsiteX80" fmla="*/ 624563 w 5434004"/>
              <a:gd name="connsiteY80" fmla="*/ 360945 h 6858000"/>
              <a:gd name="connsiteX81" fmla="*/ 627056 w 5434004"/>
              <a:gd name="connsiteY81" fmla="*/ 226335 h 6858000"/>
              <a:gd name="connsiteX82" fmla="*/ 655851 w 5434004"/>
              <a:gd name="connsiteY82" fmla="*/ 51690 h 6858000"/>
              <a:gd name="connsiteX83" fmla="*/ 653984 w 5434004"/>
              <a:gd name="connsiteY83" fmla="*/ 22133 h 6858000"/>
              <a:gd name="connsiteX84" fmla="*/ 643279 w 5434004"/>
              <a:gd name="connsiteY84" fmla="*/ 1037 h 6858000"/>
              <a:gd name="connsiteX85" fmla="*/ 643741 w 5434004"/>
              <a:gd name="connsiteY85" fmla="*/ 0 h 6858000"/>
              <a:gd name="connsiteX0" fmla="*/ 487607 w 5277870"/>
              <a:gd name="connsiteY0" fmla="*/ 0 h 6858000"/>
              <a:gd name="connsiteX1" fmla="*/ 5277870 w 5277870"/>
              <a:gd name="connsiteY1" fmla="*/ 0 h 6858000"/>
              <a:gd name="connsiteX2" fmla="*/ 5277870 w 5277870"/>
              <a:gd name="connsiteY2" fmla="*/ 6858000 h 6858000"/>
              <a:gd name="connsiteX3" fmla="*/ 893273 w 5277870"/>
              <a:gd name="connsiteY3" fmla="*/ 6857998 h 6858000"/>
              <a:gd name="connsiteX4" fmla="*/ 876958 w 5277870"/>
              <a:gd name="connsiteY4" fmla="*/ 6843615 h 6858000"/>
              <a:gd name="connsiteX5" fmla="*/ 848451 w 5277870"/>
              <a:gd name="connsiteY5" fmla="*/ 6800899 h 6858000"/>
              <a:gd name="connsiteX6" fmla="*/ 827952 w 5277870"/>
              <a:gd name="connsiteY6" fmla="*/ 6765441 h 6858000"/>
              <a:gd name="connsiteX7" fmla="*/ 799830 w 5277870"/>
              <a:gd name="connsiteY7" fmla="*/ 6739541 h 6858000"/>
              <a:gd name="connsiteX8" fmla="*/ 789686 w 5277870"/>
              <a:gd name="connsiteY8" fmla="*/ 6673829 h 6858000"/>
              <a:gd name="connsiteX9" fmla="*/ 765406 w 5277870"/>
              <a:gd name="connsiteY9" fmla="*/ 6620155 h 6858000"/>
              <a:gd name="connsiteX10" fmla="*/ 720302 w 5277870"/>
              <a:gd name="connsiteY10" fmla="*/ 6610437 h 6858000"/>
              <a:gd name="connsiteX11" fmla="*/ 720839 w 5277870"/>
              <a:gd name="connsiteY11" fmla="*/ 6596307 h 6858000"/>
              <a:gd name="connsiteX12" fmla="*/ 737648 w 5277870"/>
              <a:gd name="connsiteY12" fmla="*/ 6536039 h 6858000"/>
              <a:gd name="connsiteX13" fmla="*/ 674147 w 5277870"/>
              <a:gd name="connsiteY13" fmla="*/ 6239239 h 6858000"/>
              <a:gd name="connsiteX14" fmla="*/ 660239 w 5277870"/>
              <a:gd name="connsiteY14" fmla="*/ 6116986 h 6858000"/>
              <a:gd name="connsiteX15" fmla="*/ 632472 w 5277870"/>
              <a:gd name="connsiteY15" fmla="*/ 5895434 h 6858000"/>
              <a:gd name="connsiteX16" fmla="*/ 606181 w 5277870"/>
              <a:gd name="connsiteY16" fmla="*/ 5848019 h 6858000"/>
              <a:gd name="connsiteX17" fmla="*/ 558708 w 5277870"/>
              <a:gd name="connsiteY17" fmla="*/ 5722306 h 6858000"/>
              <a:gd name="connsiteX18" fmla="*/ 523366 w 5277870"/>
              <a:gd name="connsiteY18" fmla="*/ 5528085 h 6858000"/>
              <a:gd name="connsiteX19" fmla="*/ 504822 w 5277870"/>
              <a:gd name="connsiteY19" fmla="*/ 5506768 h 6858000"/>
              <a:gd name="connsiteX20" fmla="*/ 486823 w 5277870"/>
              <a:gd name="connsiteY20" fmla="*/ 5473318 h 6858000"/>
              <a:gd name="connsiteX21" fmla="*/ 445965 w 5277870"/>
              <a:gd name="connsiteY21" fmla="*/ 5418521 h 6858000"/>
              <a:gd name="connsiteX22" fmla="*/ 406875 w 5277870"/>
              <a:gd name="connsiteY22" fmla="*/ 5337536 h 6858000"/>
              <a:gd name="connsiteX23" fmla="*/ 428541 w 5277870"/>
              <a:gd name="connsiteY23" fmla="*/ 5255190 h 6858000"/>
              <a:gd name="connsiteX24" fmla="*/ 408744 w 5277870"/>
              <a:gd name="connsiteY24" fmla="*/ 5208171 h 6858000"/>
              <a:gd name="connsiteX25" fmla="*/ 384011 w 5277870"/>
              <a:gd name="connsiteY25" fmla="*/ 4993731 h 6858000"/>
              <a:gd name="connsiteX26" fmla="*/ 355965 w 5277870"/>
              <a:gd name="connsiteY26" fmla="*/ 4896399 h 6858000"/>
              <a:gd name="connsiteX27" fmla="*/ 326244 w 5277870"/>
              <a:gd name="connsiteY27" fmla="*/ 4838613 h 6858000"/>
              <a:gd name="connsiteX28" fmla="*/ 312542 w 5277870"/>
              <a:gd name="connsiteY28" fmla="*/ 4796522 h 6858000"/>
              <a:gd name="connsiteX29" fmla="*/ 274747 w 5277870"/>
              <a:gd name="connsiteY29" fmla="*/ 4672370 h 6858000"/>
              <a:gd name="connsiteX30" fmla="*/ 259158 w 5277870"/>
              <a:gd name="connsiteY30" fmla="*/ 4634253 h 6858000"/>
              <a:gd name="connsiteX31" fmla="*/ 192785 w 5277870"/>
              <a:gd name="connsiteY31" fmla="*/ 4549232 h 6858000"/>
              <a:gd name="connsiteX32" fmla="*/ 136304 w 5277870"/>
              <a:gd name="connsiteY32" fmla="*/ 4479912 h 6858000"/>
              <a:gd name="connsiteX33" fmla="*/ 127433 w 5277870"/>
              <a:gd name="connsiteY33" fmla="*/ 4376609 h 6858000"/>
              <a:gd name="connsiteX34" fmla="*/ 90884 w 5277870"/>
              <a:gd name="connsiteY34" fmla="*/ 4280257 h 6858000"/>
              <a:gd name="connsiteX35" fmla="*/ 87020 w 5277870"/>
              <a:gd name="connsiteY35" fmla="*/ 4208492 h 6858000"/>
              <a:gd name="connsiteX36" fmla="*/ 111109 w 5277870"/>
              <a:gd name="connsiteY36" fmla="*/ 4120636 h 6858000"/>
              <a:gd name="connsiteX37" fmla="*/ 118542 w 5277870"/>
              <a:gd name="connsiteY37" fmla="*/ 4116556 h 6858000"/>
              <a:gd name="connsiteX38" fmla="*/ 117882 w 5277870"/>
              <a:gd name="connsiteY38" fmla="*/ 4109625 h 6858000"/>
              <a:gd name="connsiteX39" fmla="*/ 110577 w 5277870"/>
              <a:gd name="connsiteY39" fmla="*/ 4105624 h 6858000"/>
              <a:gd name="connsiteX40" fmla="*/ 111226 w 5277870"/>
              <a:gd name="connsiteY40" fmla="*/ 4051441 h 6858000"/>
              <a:gd name="connsiteX41" fmla="*/ 124729 w 5277870"/>
              <a:gd name="connsiteY41" fmla="*/ 3988494 h 6858000"/>
              <a:gd name="connsiteX42" fmla="*/ 98339 w 5277870"/>
              <a:gd name="connsiteY42" fmla="*/ 3926485 h 6858000"/>
              <a:gd name="connsiteX43" fmla="*/ 82808 w 5277870"/>
              <a:gd name="connsiteY43" fmla="*/ 3857057 h 6858000"/>
              <a:gd name="connsiteX44" fmla="*/ 73254 w 5277870"/>
              <a:gd name="connsiteY44" fmla="*/ 3815650 h 6858000"/>
              <a:gd name="connsiteX45" fmla="*/ 67891 w 5277870"/>
              <a:gd name="connsiteY45" fmla="*/ 3696745 h 6858000"/>
              <a:gd name="connsiteX46" fmla="*/ 85894 w 5277870"/>
              <a:gd name="connsiteY46" fmla="*/ 3477814 h 6858000"/>
              <a:gd name="connsiteX47" fmla="*/ 83529 w 5277870"/>
              <a:gd name="connsiteY47" fmla="*/ 3375354 h 6858000"/>
              <a:gd name="connsiteX48" fmla="*/ 86805 w 5277870"/>
              <a:gd name="connsiteY48" fmla="*/ 3235494 h 6858000"/>
              <a:gd name="connsiteX49" fmla="*/ 79332 w 5277870"/>
              <a:gd name="connsiteY49" fmla="*/ 3111896 h 6858000"/>
              <a:gd name="connsiteX50" fmla="*/ 69725 w 5277870"/>
              <a:gd name="connsiteY50" fmla="*/ 3061665 h 6858000"/>
              <a:gd name="connsiteX51" fmla="*/ 58409 w 5277870"/>
              <a:gd name="connsiteY51" fmla="*/ 3026187 h 6858000"/>
              <a:gd name="connsiteX52" fmla="*/ 52868 w 5277870"/>
              <a:gd name="connsiteY52" fmla="*/ 2930097 h 6858000"/>
              <a:gd name="connsiteX53" fmla="*/ 53405 w 5277870"/>
              <a:gd name="connsiteY53" fmla="*/ 2768399 h 6858000"/>
              <a:gd name="connsiteX54" fmla="*/ 51356 w 5277870"/>
              <a:gd name="connsiteY54" fmla="*/ 2734615 h 6858000"/>
              <a:gd name="connsiteX55" fmla="*/ 40996 w 5277870"/>
              <a:gd name="connsiteY55" fmla="*/ 2708116 h 6858000"/>
              <a:gd name="connsiteX56" fmla="*/ 31097 w 5277870"/>
              <a:gd name="connsiteY56" fmla="*/ 2704185 h 6858000"/>
              <a:gd name="connsiteX57" fmla="*/ 28589 w 5277870"/>
              <a:gd name="connsiteY57" fmla="*/ 2686011 h 6858000"/>
              <a:gd name="connsiteX58" fmla="*/ 13795 w 5277870"/>
              <a:gd name="connsiteY58" fmla="*/ 2656504 h 6858000"/>
              <a:gd name="connsiteX59" fmla="*/ 32108 w 5277870"/>
              <a:gd name="connsiteY59" fmla="*/ 2589493 h 6858000"/>
              <a:gd name="connsiteX60" fmla="*/ 32991 w 5277870"/>
              <a:gd name="connsiteY60" fmla="*/ 2457617 h 6858000"/>
              <a:gd name="connsiteX61" fmla="*/ 39071 w 5277870"/>
              <a:gd name="connsiteY61" fmla="*/ 2210817 h 6858000"/>
              <a:gd name="connsiteX62" fmla="*/ 19663 w 5277870"/>
              <a:gd name="connsiteY62" fmla="*/ 1901521 h 6858000"/>
              <a:gd name="connsiteX63" fmla="*/ 0 w 5277870"/>
              <a:gd name="connsiteY63" fmla="*/ 1700722 h 6858000"/>
              <a:gd name="connsiteX64" fmla="*/ 18023 w 5277870"/>
              <a:gd name="connsiteY64" fmla="*/ 1661610 h 6858000"/>
              <a:gd name="connsiteX65" fmla="*/ 24668 w 5277870"/>
              <a:gd name="connsiteY65" fmla="*/ 1640073 h 6858000"/>
              <a:gd name="connsiteX66" fmla="*/ 23087 w 5277870"/>
              <a:gd name="connsiteY66" fmla="*/ 1637398 h 6858000"/>
              <a:gd name="connsiteX67" fmla="*/ 23692 w 5277870"/>
              <a:gd name="connsiteY67" fmla="*/ 1612248 h 6858000"/>
              <a:gd name="connsiteX68" fmla="*/ 41914 w 5277870"/>
              <a:gd name="connsiteY68" fmla="*/ 1498097 h 6858000"/>
              <a:gd name="connsiteX69" fmla="*/ 40195 w 5277870"/>
              <a:gd name="connsiteY69" fmla="*/ 1497364 h 6858000"/>
              <a:gd name="connsiteX70" fmla="*/ 37070 w 5277870"/>
              <a:gd name="connsiteY70" fmla="*/ 1490042 h 6858000"/>
              <a:gd name="connsiteX71" fmla="*/ 55020 w 5277870"/>
              <a:gd name="connsiteY71" fmla="*/ 1451416 h 6858000"/>
              <a:gd name="connsiteX72" fmla="*/ 91616 w 5277870"/>
              <a:gd name="connsiteY72" fmla="*/ 1281781 h 6858000"/>
              <a:gd name="connsiteX73" fmla="*/ 166980 w 5277870"/>
              <a:gd name="connsiteY73" fmla="*/ 1074754 h 6858000"/>
              <a:gd name="connsiteX74" fmla="*/ 201075 w 5277870"/>
              <a:gd name="connsiteY74" fmla="*/ 1019094 h 6858000"/>
              <a:gd name="connsiteX75" fmla="*/ 237042 w 5277870"/>
              <a:gd name="connsiteY75" fmla="*/ 938921 h 6858000"/>
              <a:gd name="connsiteX76" fmla="*/ 295369 w 5277870"/>
              <a:gd name="connsiteY76" fmla="*/ 815814 h 6858000"/>
              <a:gd name="connsiteX77" fmla="*/ 411453 w 5277870"/>
              <a:gd name="connsiteY77" fmla="*/ 584070 h 6858000"/>
              <a:gd name="connsiteX78" fmla="*/ 436475 w 5277870"/>
              <a:gd name="connsiteY78" fmla="*/ 461805 h 6858000"/>
              <a:gd name="connsiteX79" fmla="*/ 468429 w 5277870"/>
              <a:gd name="connsiteY79" fmla="*/ 360945 h 6858000"/>
              <a:gd name="connsiteX80" fmla="*/ 470922 w 5277870"/>
              <a:gd name="connsiteY80" fmla="*/ 226335 h 6858000"/>
              <a:gd name="connsiteX81" fmla="*/ 499717 w 5277870"/>
              <a:gd name="connsiteY81" fmla="*/ 51690 h 6858000"/>
              <a:gd name="connsiteX82" fmla="*/ 497850 w 5277870"/>
              <a:gd name="connsiteY82" fmla="*/ 22133 h 6858000"/>
              <a:gd name="connsiteX83" fmla="*/ 487145 w 5277870"/>
              <a:gd name="connsiteY83" fmla="*/ 1037 h 6858000"/>
              <a:gd name="connsiteX84" fmla="*/ 487607 w 5277870"/>
              <a:gd name="connsiteY8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5277870" h="6858000">
                <a:moveTo>
                  <a:pt x="487607" y="0"/>
                </a:moveTo>
                <a:lnTo>
                  <a:pt x="5277870" y="0"/>
                </a:lnTo>
                <a:lnTo>
                  <a:pt x="5277870" y="6858000"/>
                </a:lnTo>
                <a:lnTo>
                  <a:pt x="893273" y="6857998"/>
                </a:lnTo>
                <a:lnTo>
                  <a:pt x="876958" y="6843615"/>
                </a:lnTo>
                <a:lnTo>
                  <a:pt x="848451" y="6800899"/>
                </a:lnTo>
                <a:lnTo>
                  <a:pt x="827952" y="6765441"/>
                </a:lnTo>
                <a:cubicBezTo>
                  <a:pt x="827507" y="6750832"/>
                  <a:pt x="798355" y="6753978"/>
                  <a:pt x="799830" y="6739541"/>
                </a:cubicBezTo>
                <a:cubicBezTo>
                  <a:pt x="786503" y="6723280"/>
                  <a:pt x="803673" y="6682742"/>
                  <a:pt x="789686" y="6673829"/>
                </a:cubicBezTo>
                <a:cubicBezTo>
                  <a:pt x="776006" y="6657903"/>
                  <a:pt x="778015" y="6625745"/>
                  <a:pt x="765406" y="6620155"/>
                </a:cubicBezTo>
                <a:lnTo>
                  <a:pt x="720302" y="6610437"/>
                </a:lnTo>
                <a:lnTo>
                  <a:pt x="720839" y="6596307"/>
                </a:lnTo>
                <a:lnTo>
                  <a:pt x="737648" y="6536039"/>
                </a:lnTo>
                <a:cubicBezTo>
                  <a:pt x="731713" y="6378236"/>
                  <a:pt x="664893" y="6350780"/>
                  <a:pt x="674147" y="6239239"/>
                </a:cubicBezTo>
                <a:cubicBezTo>
                  <a:pt x="668193" y="6196030"/>
                  <a:pt x="677776" y="6168747"/>
                  <a:pt x="660239" y="6116986"/>
                </a:cubicBezTo>
                <a:cubicBezTo>
                  <a:pt x="693882" y="6035788"/>
                  <a:pt x="626477" y="5971885"/>
                  <a:pt x="632472" y="5895434"/>
                </a:cubicBezTo>
                <a:cubicBezTo>
                  <a:pt x="571936" y="5884249"/>
                  <a:pt x="624704" y="5880776"/>
                  <a:pt x="606181" y="5848019"/>
                </a:cubicBezTo>
                <a:cubicBezTo>
                  <a:pt x="593885" y="5819164"/>
                  <a:pt x="572509" y="5775628"/>
                  <a:pt x="558708" y="5722306"/>
                </a:cubicBezTo>
                <a:cubicBezTo>
                  <a:pt x="551746" y="5685812"/>
                  <a:pt x="532346" y="5564008"/>
                  <a:pt x="523366" y="5528085"/>
                </a:cubicBezTo>
                <a:cubicBezTo>
                  <a:pt x="518594" y="5519172"/>
                  <a:pt x="523045" y="5505250"/>
                  <a:pt x="504822" y="5506768"/>
                </a:cubicBezTo>
                <a:cubicBezTo>
                  <a:pt x="482648" y="5506487"/>
                  <a:pt x="511311" y="5459433"/>
                  <a:pt x="486823" y="5473318"/>
                </a:cubicBezTo>
                <a:cubicBezTo>
                  <a:pt x="506358" y="5440194"/>
                  <a:pt x="459463" y="5435836"/>
                  <a:pt x="445965" y="5418521"/>
                </a:cubicBezTo>
                <a:cubicBezTo>
                  <a:pt x="465954" y="5390815"/>
                  <a:pt x="417921" y="5381811"/>
                  <a:pt x="406875" y="5337536"/>
                </a:cubicBezTo>
                <a:cubicBezTo>
                  <a:pt x="430123" y="5306619"/>
                  <a:pt x="399081" y="5307846"/>
                  <a:pt x="428541" y="5255190"/>
                </a:cubicBezTo>
                <a:cubicBezTo>
                  <a:pt x="428852" y="5233629"/>
                  <a:pt x="407502" y="5247189"/>
                  <a:pt x="408744" y="5208171"/>
                </a:cubicBezTo>
                <a:cubicBezTo>
                  <a:pt x="406613" y="5154483"/>
                  <a:pt x="390295" y="5051554"/>
                  <a:pt x="384011" y="4993731"/>
                </a:cubicBezTo>
                <a:cubicBezTo>
                  <a:pt x="373186" y="4967089"/>
                  <a:pt x="370884" y="4912140"/>
                  <a:pt x="355965" y="4896399"/>
                </a:cubicBezTo>
                <a:cubicBezTo>
                  <a:pt x="355837" y="4852829"/>
                  <a:pt x="351078" y="4813709"/>
                  <a:pt x="326244" y="4838613"/>
                </a:cubicBezTo>
                <a:cubicBezTo>
                  <a:pt x="299018" y="4831439"/>
                  <a:pt x="336627" y="4804968"/>
                  <a:pt x="312542" y="4796522"/>
                </a:cubicBezTo>
                <a:lnTo>
                  <a:pt x="274747" y="4672370"/>
                </a:lnTo>
                <a:cubicBezTo>
                  <a:pt x="286762" y="4649487"/>
                  <a:pt x="276585" y="4640072"/>
                  <a:pt x="259158" y="4634253"/>
                </a:cubicBezTo>
                <a:cubicBezTo>
                  <a:pt x="255297" y="4595381"/>
                  <a:pt x="210632" y="4586807"/>
                  <a:pt x="192785" y="4549232"/>
                </a:cubicBezTo>
                <a:cubicBezTo>
                  <a:pt x="175514" y="4501329"/>
                  <a:pt x="155204" y="4520147"/>
                  <a:pt x="136304" y="4479912"/>
                </a:cubicBezTo>
                <a:lnTo>
                  <a:pt x="127433" y="4376609"/>
                </a:lnTo>
                <a:cubicBezTo>
                  <a:pt x="119863" y="4343333"/>
                  <a:pt x="97619" y="4308276"/>
                  <a:pt x="90884" y="4280257"/>
                </a:cubicBezTo>
                <a:cubicBezTo>
                  <a:pt x="94219" y="4220025"/>
                  <a:pt x="104684" y="4233011"/>
                  <a:pt x="87020" y="4208492"/>
                </a:cubicBezTo>
                <a:cubicBezTo>
                  <a:pt x="95065" y="4180444"/>
                  <a:pt x="129022" y="4152083"/>
                  <a:pt x="111109" y="4120636"/>
                </a:cubicBezTo>
                <a:cubicBezTo>
                  <a:pt x="115978" y="4121934"/>
                  <a:pt x="117998" y="4120145"/>
                  <a:pt x="118542" y="4116556"/>
                </a:cubicBezTo>
                <a:cubicBezTo>
                  <a:pt x="118321" y="4114246"/>
                  <a:pt x="118101" y="4111935"/>
                  <a:pt x="117882" y="4109625"/>
                </a:cubicBezTo>
                <a:lnTo>
                  <a:pt x="110577" y="4105624"/>
                </a:lnTo>
                <a:cubicBezTo>
                  <a:pt x="85114" y="4088878"/>
                  <a:pt x="113587" y="4082596"/>
                  <a:pt x="111226" y="4051441"/>
                </a:cubicBezTo>
                <a:cubicBezTo>
                  <a:pt x="111638" y="4036628"/>
                  <a:pt x="118512" y="3985548"/>
                  <a:pt x="124729" y="3988494"/>
                </a:cubicBezTo>
                <a:lnTo>
                  <a:pt x="98339" y="3926485"/>
                </a:lnTo>
                <a:cubicBezTo>
                  <a:pt x="120456" y="3887663"/>
                  <a:pt x="82381" y="3893685"/>
                  <a:pt x="82808" y="3857057"/>
                </a:cubicBezTo>
                <a:cubicBezTo>
                  <a:pt x="89625" y="3836374"/>
                  <a:pt x="88641" y="3824518"/>
                  <a:pt x="73254" y="3815650"/>
                </a:cubicBezTo>
                <a:cubicBezTo>
                  <a:pt x="107452" y="3718923"/>
                  <a:pt x="64680" y="3772318"/>
                  <a:pt x="67891" y="3696745"/>
                </a:cubicBezTo>
                <a:cubicBezTo>
                  <a:pt x="73347" y="3630391"/>
                  <a:pt x="83288" y="3531379"/>
                  <a:pt x="85894" y="3477814"/>
                </a:cubicBezTo>
                <a:cubicBezTo>
                  <a:pt x="88500" y="3424249"/>
                  <a:pt x="86217" y="3377198"/>
                  <a:pt x="83529" y="3375354"/>
                </a:cubicBezTo>
                <a:cubicBezTo>
                  <a:pt x="83101" y="3339059"/>
                  <a:pt x="90016" y="3285266"/>
                  <a:pt x="86805" y="3235494"/>
                </a:cubicBezTo>
                <a:cubicBezTo>
                  <a:pt x="78762" y="3207446"/>
                  <a:pt x="61419" y="3143345"/>
                  <a:pt x="79332" y="3111896"/>
                </a:cubicBezTo>
                <a:cubicBezTo>
                  <a:pt x="59856" y="3117096"/>
                  <a:pt x="85974" y="3072872"/>
                  <a:pt x="69725" y="3061665"/>
                </a:cubicBezTo>
                <a:cubicBezTo>
                  <a:pt x="56184" y="3054621"/>
                  <a:pt x="60953" y="3039562"/>
                  <a:pt x="58409" y="3026187"/>
                </a:cubicBezTo>
                <a:cubicBezTo>
                  <a:pt x="45869" y="3013333"/>
                  <a:pt x="46112" y="2950064"/>
                  <a:pt x="52868" y="2930097"/>
                </a:cubicBezTo>
                <a:cubicBezTo>
                  <a:pt x="80421" y="2876459"/>
                  <a:pt x="32874" y="2811741"/>
                  <a:pt x="53405" y="2768399"/>
                </a:cubicBezTo>
                <a:cubicBezTo>
                  <a:pt x="54801" y="2755814"/>
                  <a:pt x="53816" y="2744722"/>
                  <a:pt x="51356" y="2734615"/>
                </a:cubicBezTo>
                <a:lnTo>
                  <a:pt x="40996" y="2708116"/>
                </a:lnTo>
                <a:lnTo>
                  <a:pt x="31097" y="2704185"/>
                </a:lnTo>
                <a:lnTo>
                  <a:pt x="28589" y="2686011"/>
                </a:lnTo>
                <a:lnTo>
                  <a:pt x="13795" y="2656504"/>
                </a:lnTo>
                <a:cubicBezTo>
                  <a:pt x="56166" y="2648211"/>
                  <a:pt x="-6214" y="2580540"/>
                  <a:pt x="32108" y="2589493"/>
                </a:cubicBezTo>
                <a:cubicBezTo>
                  <a:pt x="22039" y="2539863"/>
                  <a:pt x="41060" y="2531259"/>
                  <a:pt x="32991" y="2457617"/>
                </a:cubicBezTo>
                <a:cubicBezTo>
                  <a:pt x="45635" y="2365891"/>
                  <a:pt x="40786" y="2284833"/>
                  <a:pt x="39071" y="2210817"/>
                </a:cubicBezTo>
                <a:cubicBezTo>
                  <a:pt x="39941" y="2106412"/>
                  <a:pt x="22396" y="1993081"/>
                  <a:pt x="19663" y="1901521"/>
                </a:cubicBezTo>
                <a:cubicBezTo>
                  <a:pt x="10670" y="1826286"/>
                  <a:pt x="4249" y="1796783"/>
                  <a:pt x="0" y="1700722"/>
                </a:cubicBezTo>
                <a:cubicBezTo>
                  <a:pt x="5587" y="1695223"/>
                  <a:pt x="14814" y="1668682"/>
                  <a:pt x="18023" y="1661610"/>
                </a:cubicBezTo>
                <a:lnTo>
                  <a:pt x="24668" y="1640073"/>
                </a:lnTo>
                <a:lnTo>
                  <a:pt x="23087" y="1637398"/>
                </a:lnTo>
                <a:cubicBezTo>
                  <a:pt x="19812" y="1625364"/>
                  <a:pt x="20811" y="1617807"/>
                  <a:pt x="23692" y="1612248"/>
                </a:cubicBezTo>
                <a:lnTo>
                  <a:pt x="41914" y="1498097"/>
                </a:lnTo>
                <a:lnTo>
                  <a:pt x="40195" y="1497364"/>
                </a:lnTo>
                <a:lnTo>
                  <a:pt x="37070" y="1490042"/>
                </a:lnTo>
                <a:lnTo>
                  <a:pt x="55020" y="1451416"/>
                </a:lnTo>
                <a:cubicBezTo>
                  <a:pt x="73102" y="1417430"/>
                  <a:pt x="80421" y="1313985"/>
                  <a:pt x="91616" y="1281781"/>
                </a:cubicBezTo>
                <a:cubicBezTo>
                  <a:pt x="137974" y="1171345"/>
                  <a:pt x="146547" y="1130634"/>
                  <a:pt x="166980" y="1074754"/>
                </a:cubicBezTo>
                <a:cubicBezTo>
                  <a:pt x="181651" y="1040817"/>
                  <a:pt x="190408" y="1034723"/>
                  <a:pt x="201075" y="1019094"/>
                </a:cubicBezTo>
                <a:cubicBezTo>
                  <a:pt x="207201" y="1005265"/>
                  <a:pt x="260932" y="958184"/>
                  <a:pt x="237042" y="938921"/>
                </a:cubicBezTo>
                <a:cubicBezTo>
                  <a:pt x="287348" y="869297"/>
                  <a:pt x="265291" y="876942"/>
                  <a:pt x="295369" y="815814"/>
                </a:cubicBezTo>
                <a:cubicBezTo>
                  <a:pt x="329951" y="751141"/>
                  <a:pt x="383834" y="609442"/>
                  <a:pt x="411453" y="584070"/>
                </a:cubicBezTo>
                <a:cubicBezTo>
                  <a:pt x="438653" y="530431"/>
                  <a:pt x="423178" y="516020"/>
                  <a:pt x="436475" y="461805"/>
                </a:cubicBezTo>
                <a:cubicBezTo>
                  <a:pt x="454281" y="438996"/>
                  <a:pt x="448264" y="386523"/>
                  <a:pt x="468429" y="360945"/>
                </a:cubicBezTo>
                <a:cubicBezTo>
                  <a:pt x="474686" y="267247"/>
                  <a:pt x="468220" y="285413"/>
                  <a:pt x="470922" y="226335"/>
                </a:cubicBezTo>
                <a:cubicBezTo>
                  <a:pt x="481883" y="180653"/>
                  <a:pt x="495229" y="85724"/>
                  <a:pt x="499717" y="51690"/>
                </a:cubicBezTo>
                <a:cubicBezTo>
                  <a:pt x="482601" y="39734"/>
                  <a:pt x="492651" y="34426"/>
                  <a:pt x="497850" y="22133"/>
                </a:cubicBezTo>
                <a:cubicBezTo>
                  <a:pt x="482148" y="14444"/>
                  <a:pt x="483752" y="7720"/>
                  <a:pt x="487145" y="1037"/>
                </a:cubicBezTo>
                <a:lnTo>
                  <a:pt x="487607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44EFC8-4C2B-2F82-74EA-5EB4A4CEF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84" y="1562100"/>
            <a:ext cx="3795642" cy="3733800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3EFF4-CD8F-30FF-15C2-2E2BE3ABCC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733425"/>
            <a:ext cx="5135592" cy="5391150"/>
          </a:xfrm>
        </p:spPr>
        <p:txBody>
          <a:bodyPr anchor="ctr">
            <a:normAutofit/>
          </a:bodyPr>
          <a:lstStyle/>
          <a:p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Complete remaining workflows</a:t>
            </a:r>
          </a:p>
          <a:p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Improve UI usability</a:t>
            </a:r>
          </a:p>
          <a:p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Add advanced features (future sprints)</a:t>
            </a:r>
          </a:p>
          <a:p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Prepare for client handoff</a:t>
            </a:r>
          </a:p>
        </p:txBody>
      </p:sp>
    </p:spTree>
    <p:extLst>
      <p:ext uri="{BB962C8B-B14F-4D97-AF65-F5344CB8AC3E}">
        <p14:creationId xmlns:p14="http://schemas.microsoft.com/office/powerpoint/2010/main" val="2351572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293</Words>
  <Application>Microsoft Macintosh PowerPoint</Application>
  <PresentationFormat>Widescreen</PresentationFormat>
  <Paragraphs>71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Cambria Math</vt:lpstr>
      <vt:lpstr>Office Theme</vt:lpstr>
      <vt:lpstr>Conversations to Remember CRM</vt:lpstr>
      <vt:lpstr>Sprint Goal</vt:lpstr>
      <vt:lpstr>System Overview</vt:lpstr>
      <vt:lpstr>Database &amp; Backend</vt:lpstr>
      <vt:lpstr>User Interface (Baserow Pages)</vt:lpstr>
      <vt:lpstr>Key Features (User-Facing)</vt:lpstr>
      <vt:lpstr>Automation Workflows</vt:lpstr>
      <vt:lpstr>Approval Workflow</vt:lpstr>
      <vt:lpstr>Technical Challenges </vt:lpstr>
      <vt:lpstr>Unfinished Work</vt:lpstr>
      <vt:lpstr>Achievements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Hui, Alice</dc:creator>
  <cp:lastModifiedBy>Hui, Alice</cp:lastModifiedBy>
  <cp:revision>1</cp:revision>
  <dcterms:created xsi:type="dcterms:W3CDTF">2026-03-23T17:15:27Z</dcterms:created>
  <dcterms:modified xsi:type="dcterms:W3CDTF">2026-03-23T17:44:51Z</dcterms:modified>
</cp:coreProperties>
</file>